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Default Extension="fntdata" ContentType="application/x-fontdata"/>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embeddedFontLst>
    <p:embeddedFont>
      <p:font typeface="EB Garamond" pitchFamily="18" charset="0"/>
      <p:regular r:id="rId26"/>
      <p:bold r:id="rId27"/>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 Id="rId26" Type="http://schemas.openxmlformats.org/officeDocument/2006/relationships/font" Target="fonts/font1.fntdata"/><Relationship Id="rId27"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Portada. Todo el curso gira alrededor de un solo proyecto, BioImage-Repro UAM. Aquí te presentas y agradeces (di tu nombre, tu formación y la oportunidad que te dieron la doctora Sheila y el doctor Saúl): no hay presentación previa. En la siguiente diapositiva empiezas a explicar qué es el proyecto. Verificar la ortografía de los nombres antes de presentar.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Idea central: BioImage-Repro UAM es un proyecto de la UAM que lleva la inteligencia artificial a la docencia, la investigación, la difusión de la cultura y el servicio a la comunidad universitaria. Decirlo con palabras propias, sin leer la diapositiva. Aquí empiezas a explicar de qué trata el proyecto.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Idea central: Son cuatro módulos: el primero, el problema y las bases teóricas; el segundo, cómo aprende una computadora; el tercero, el sitio funcionando; y el cuarto, datos, entrenamiento y despliegue. Pedir la oportunidad de cautivarlos para presentar el sitio en el tercer módulo, después de tener todas las bases teóricas.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Idea central: En este módulo: el problema, qué es una imagen digital, algunas definiciones de inteligencia artificial y el comienzo de las redes neuronales. El sitio funcionando se presenta en el tercer módulo.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Idea central: La inteligencia artificial puede analizar imágenes aprendiendo de ejemplos y no de reglas escritas, y lo hace sin cansarse. En este curso se ve aplicada a un problema real de biología de la reproducción. Pregunta retórica: no hace falta que la contesten en voz alta. Mencionar por qué importa en docencia, investigación y difusión de la cultura científica. No hace falta ser experto en nada: quien programa verá cómo se arma el sistema, y quien viene de biología verá cómo se mide lo que ya conoce.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Idea central: En fluorescencia, la célula se tiñe con un colorante que devuelve la luz en otro color. Por eso brilla sobre un fondo oscuro y es fácil de distinguir. También existen imágenes de fondo claro; para cada tipo hay un modelo distinto. En este módulo se trabaja con fluorescencia, el caso más claro para entender las ideas. Ilustración esquemática, no es una imagen real.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Idea central: Una imagen de fluorescencia muestra manchas brillantes sobre fondo oscuro, y cada una es la cabeza de un espermatozoide. Contarlas a simple vista es posible, pero medir cada una ya no. Hay cabezas de distintos tonos, colas que se cruzan y zonas donde las células se tocan. Si se tiene a mano una imagen real del microscopio, mostrarla en lugar de esta ilustración.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Idea central: Del problema salen tres cosas que medir: cuántas cabezas hay, qué tamaño tiene cada una y cómo se distribuyen los tamaños. El área se obtiene contando píxeles y se convierte a micras con una escala que se ve más adelante. Todo depende de algo previo: saber dónde está cada cabeza.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Idea central: Contar y medir a mano es lento, repetitivo y cambia según quién lo haga: tres personas cuidadosas pueden dar tres conteos distintos de la misma imagen. Un sistema que lo haga siempre igual hace falta. Ejemplo: una persona ve el estrechamiento entre dos cabezas pegadas y cuenta dos; otra no lo ve y cuenta una. Ninguna se equivocó por descuido; cada una aplicó su criterio. El objetivo no es reemplazar el criterio de las personas, sino hacerlo consistente y repetible. Los tres conteos son números de ejemplo.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Idea central: Un mapa del recorrido: la imagen entra, la red encuentra las cabezas, el código mide cada una y salen los números, la gráfica, el CSV y el PDF. En este módulo solo se ven las piezas para entender la primera parte: qué es una imagen para una computadora y qué es y cómo aprende una red neuronal. El recorrido completo, con el sitio funcionando, se ve en el tercer módulo. Transición: antes de ver cómo se resuelve, hay que regresar a lo fundamental: qué es una imagen y qué es una imagen digital.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Idea central: Antes de hablar de redes hay que entender qué es una imagen para una computadora. Imagen es la categoría general: un dibujo, una pintura, una captura. Una fotografía es un tipo de imagen, la que se captura con una cámara y registra la luz que llega a un sensor. Toda fotografía es una imagen, pero no toda imagen es una fotografía. En microscopía todo lo que se genera se llama imagen; de aquí en adelante se habla de imágenes digitales.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Idea central: Para la computadora una imagen es una tabla de números, uno por píxel, de 0 (negro) a 255 (blanco). Una imagen grande son casi dos millones y medio de números. El fragmento tiene 35 cuadritos, siete por cinco: afuera números bajos, casi negros; en el centro números altos, hasta 255. Una imagen real mide, por ejemplo, 1,792 por 1,374 píxeles: casi 2.5 millones de cuadritos. El rango de 0 a 255 sale de que cada píxel usa un byte, ocho bits, 256 valores. Se habla de matriz: una tabla de números en filas y columnas. Lo importante son las relaciones entre píxeles vecinos.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Idea central: Una imagen a color guarda tres números por píxel, uno para el rojo, uno para el verde y uno para el azul. Un naranja intenso es mucho rojo, algo de verde y poco azul. Una imagen en gris es una tabla de números; una a color son tres tablas del mismo tamaño apiladas, una por canal. Pesa tres veces más. Para muchas tareas basta trabajar con el brillo, que es un solo número por píxel.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Idea central: Más píxeles significan más detalle, pero también más números que guardar. Una imagen de nuestro tamaño pesa unos siete megabytes sin comprimir. Con pocos píxeles el borde de una célula se ve escalonado. Cuenta: dos millones y medio de píxeles por tres bytes son unos siete millones y medio de bytes. Por eso las imágenes grandes tardan más en subirse, abrirse y procesarse.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Idea central: En fluorescencia, una célula es una zona de números altos sobre un fondo de números bajos. Medir su área es contar cuántos píxeles ocupa. Los doce cuadritos más brillantes son la célula: área de doce píxeles. En una imagen real serán cientos de píxeles por célula, pero la idea es la misma. Más adelante, con la escala del sitio, los píxeles se convierten en micras. La primera idea natural es el umbral: todo lo que supere cierto valor es objeto; se retoma más adelante. El borde es el lugar donde los valores pasan de bajos a altos en muy pocos píxeles; si está borroso es más difícil decir dónde termina la célula.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Idea central: Un histograma cuenta cuántos píxeles hay de cada nivel de brillo. En fluorescencia, casi todos son oscuros y unos pocos son muy brillantes, y esa forma explica por qué un umbral parece funcionar. Para construirlo se recorre la imagen píxel por píxel y se suma uno a la columna correspondiente. También explica por qué falla: las células no son del mismo brillo, hay colas, manchas difusas y bordes con valores intermedios. Además el histograma cambia con la iluminación y la exposición. Sirve para comprobar si una imagen está bien expuesta. La gráfica es esquemática, no una imagen real.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Idea central: BMP, PNG y TIFF guardan la imagen tal cual; JPG la comprime y puede mover los bordes, y con ellos el área. Conviene trabajar con los archivos originales del microscopio. Una imagen de nuestro tamaño en BMP pesa unos siete megabytes; en JPG, una fracción, pero ese ahorro se paga con fidelidad. Hay compresión sin pérdida (PNG, TIFF) y con pérdida (JPG): la segunda divide la imagen en bloques y simplifica cada uno, y cada vez que se guarda en JPG se pierde un poco más. Si solo se tiene JPG, el sitio lo acepta pero avisa.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Idea central: Los aumentos del microscopio, 40X o 100X, cambian cuánto mide en la realidad cada píxel. Una micra es la milésima parte de un milímetro. Un cabello humano mide unas decenas de micras de grosor. Con 40X cada píxel cubre un pedazo de la muestra; con 100X ese mismo píxel cubre uno más pequeño. Otros factores son la cámara y el tamaño de sus sensores. Hay dos caminos: suponer un valor y no decir nada, o declarar una escala y repetirla en todos los resultados. El sistema toma el segundo.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Idea central: Una imagen sabe cuántos píxeles mide, pero no cuántas micras es cada uno. El sitio usa la misma escala en todas las imágenes, 60 píxeles por micra, y la declara en cada resultado. La regla de la imagen marcada mide 300 píxeles, que equivalen a 5 micras. Con las áreas hay un paso más: una micra cuadrada son 60 por 60, es decir, 3,600 píxeles. Por eso las áreas en micras cuadradas pueden salir como números pequeños. Si en el futuro se decide otra escala, o una por cada aumento, se puede cambiar y todos sabrán que cambió. Cierre del video 1 (decir): «Con esto cerramos la parte de las imágenes. En el siguiente video vemos dónde vive ya la inteligencia artificial, y empezamos con las redes neuronales.»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4F8FA"/>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02320"/>
            <a:ext cx="10566400" cy="502841"/>
          </a:xfrm>
          <a:prstGeom prst="rect">
            <a:avLst/>
          </a:prstGeom>
          <a:noFill/>
          <a:ln/>
        </p:spPr>
        <p:txBody>
          <a:bodyPr wrap="square" lIns="0" tIns="0" rIns="0" bIns="0" rtlCol="0" anchor="t"/>
          <a:lstStyle>
            <a:lvl1pPr algn="l" indent="0" marL="0">
              <a:lnSpc>
                <a:spcPct val="115000"/>
              </a:lnSpc>
              <a:buNone/>
              <a:defRPr lang="en-US" sz="3600" dirty="0">
                <a:solidFill>
                  <a:srgbClr val="0C2A3E"/>
                </a:solidFill>
                <a:latin typeface="EB Garamond" pitchFamily="34" charset="0"/>
                <a:ea typeface="EB Garamond" pitchFamily="34" charset="-122"/>
                <a:cs typeface="EB Garamond"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909961"/>
            <a:ext cx="10566400" cy="4135239"/>
          </a:xfrm>
          <a:prstGeom prst="rect">
            <a:avLst/>
          </a:prstGeom>
          <a:noFill/>
          <a:ln/>
        </p:spPr>
        <p:txBody>
          <a:bodyPr wrap="square" lIns="0" tIns="0" rIns="0" bIns="0" rtlCol="0" anchor="t"/>
          <a:lstStyle>
            <a:lvl1pPr algn="l" indent="0" marL="0">
              <a:lnSpc>
                <a:spcPct val="140000"/>
              </a:lnSpc>
              <a:buNone/>
              <a:defRPr lang="en-US" sz="1600" dirty="0">
                <a:solidFill>
                  <a:srgbClr val="0C2A3E"/>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4F8FA"/>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02320"/>
            <a:ext cx="10566400" cy="502841"/>
          </a:xfrm>
          <a:prstGeom prst="rect">
            <a:avLst/>
          </a:prstGeom>
          <a:noFill/>
          <a:ln/>
        </p:spPr>
        <p:txBody>
          <a:bodyPr wrap="square" lIns="0" tIns="0" rIns="0" bIns="0" rtlCol="0" anchor="t"/>
          <a:lstStyle>
            <a:lvl1pPr algn="l" indent="0" marL="0">
              <a:lnSpc>
                <a:spcPct val="115000"/>
              </a:lnSpc>
              <a:buNone/>
              <a:defRPr lang="en-US" sz="3600" dirty="0">
                <a:solidFill>
                  <a:srgbClr val="0C2A3E"/>
                </a:solidFill>
                <a:latin typeface="EB Garamond" pitchFamily="34" charset="0"/>
                <a:ea typeface="EB Garamond" pitchFamily="34" charset="-122"/>
                <a:cs typeface="EB Garamond"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909961"/>
            <a:ext cx="10566400" cy="4135239"/>
          </a:xfrm>
          <a:prstGeom prst="rect">
            <a:avLst/>
          </a:prstGeom>
          <a:noFill/>
          <a:ln/>
        </p:spPr>
        <p:txBody>
          <a:bodyPr wrap="square" lIns="0" tIns="0" rIns="0" bIns="0" rtlCol="0" anchor="t"/>
          <a:lstStyle>
            <a:lvl1pPr algn="l" indent="0" marL="0">
              <a:lnSpc>
                <a:spcPct val="140000"/>
              </a:lnSpc>
              <a:buNone/>
              <a:defRPr lang="en-US" sz="1600" dirty="0">
                <a:solidFill>
                  <a:srgbClr val="0C2A3E"/>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2.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2.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2.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2.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2.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2.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2.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2.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slideLayout" Target="../slideLayouts/slideLayout2.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2.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2.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2.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2.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2.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slideLayout" Target="../slideLayouts/slideLayout2.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slideLayout" Target="../slideLayouts/slideLayout2.xml"/><Relationship Id="rId7"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slideLayout" Target="../slideLayouts/slideLayout2.xml"/><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slideLayout" Target="../slideLayouts/slideLayout2.xml"/><Relationship Id="rId5"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4F8FA"/>
        </a:solidFill>
      </p:bgPr>
    </p:bg>
    <p:spTree>
      <p:nvGrpSpPr>
        <p:cNvPr id="1" name=""/>
        <p:cNvGrpSpPr/>
        <p:nvPr/>
      </p:nvGrpSpPr>
      <p:grpSpPr>
        <a:xfrm>
          <a:off x="0" y="0"/>
          <a:ext cx="0" cy="0"/>
          <a:chOff x="0" y="0"/>
          <a:chExt cx="0" cy="0"/>
        </a:xfrm>
      </p:grpSpPr>
      <p:sp>
        <p:nvSpPr>
          <p:cNvPr id="2" name="Text 0"/>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7280"/>
                </a:solidFill>
                <a:latin typeface="IBM Plex Sans" pitchFamily="34" charset="0"/>
                <a:ea typeface="IBM Plex Sans" pitchFamily="34" charset="-122"/>
                <a:cs typeface="IBM Plex Sans" pitchFamily="34" charset="-120"/>
              </a:rPr>
              <a:t>1 / 19</a:t>
            </a:r>
            <a:endParaRPr lang="en-US" sz="1200" dirty="0"/>
          </a:p>
        </p:txBody>
      </p:sp>
      <p:pic>
        <p:nvPicPr>
          <p:cNvPr id="3" name="Image 0" descr="Logotipo de la Universidad Autónoma Metropolitana, Unidad Iztapalapa">    </p:cNvPr>
          <p:cNvPicPr>
            <a:picLocks noChangeAspect="1"/>
          </p:cNvPicPr>
          <p:nvPr/>
        </p:nvPicPr>
        <p:blipFill>
          <a:blip r:embed="rId1"/>
          <a:srcRect l="-91" r="-91" t="0" b="0"/>
          <a:stretch/>
        </p:blipFill>
        <p:spPr>
          <a:xfrm>
            <a:off x="812800" y="304800"/>
            <a:ext cx="1460500" cy="1174750"/>
          </a:xfrm>
          <a:prstGeom prst="rect">
            <a:avLst/>
          </a:prstGeom>
        </p:spPr>
      </p:pic>
      <p:sp>
        <p:nvSpPr>
          <p:cNvPr id="4" name="Text 1"/>
          <p:cNvSpPr/>
          <p:nvPr/>
        </p:nvSpPr>
        <p:spPr>
          <a:xfrm>
            <a:off x="812800" y="1936750"/>
            <a:ext cx="6488176"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A3480F"/>
                </a:solidFill>
                <a:latin typeface="IBM Plex Sans" pitchFamily="34" charset="0"/>
                <a:ea typeface="IBM Plex Sans" pitchFamily="34" charset="-122"/>
                <a:cs typeface="IBM Plex Sans" pitchFamily="34" charset="-120"/>
              </a:rPr>
              <a:t>OCTUBRE 2026 · MÓDULO 1 DE 4</a:t>
            </a:r>
            <a:endParaRPr lang="en-US" sz="1200" dirty="0"/>
          </a:p>
        </p:txBody>
      </p:sp>
      <p:sp>
        <p:nvSpPr>
          <p:cNvPr id="5" name="Text 2"/>
          <p:cNvSpPr/>
          <p:nvPr>
            <p:ph type="title"/>
          </p:nvPr>
        </p:nvSpPr>
        <p:spPr>
          <a:xfrm>
            <a:off x="812800" y="2302470"/>
            <a:ext cx="6488176" cy="665460"/>
          </a:xfrm>
          <a:prstGeom prst="rect">
            <a:avLst/>
          </a:prstGeom>
          <a:noFill/>
          <a:ln/>
        </p:spPr>
        <p:txBody>
          <a:bodyPr wrap="square" lIns="0" tIns="0" rIns="0" bIns="0" rtlCol="0" anchor="t">
            <a:normAutofit/>
          </a:bodyPr>
          <a:lstStyle/>
          <a:p>
            <a:pPr algn="l" indent="0" marL="0">
              <a:lnSpc>
                <a:spcPts val="5040"/>
              </a:lnSpc>
              <a:buNone/>
            </a:pPr>
            <a:r>
              <a:rPr lang="en-US" sz="4800" b="1" i="0" dirty="0">
                <a:solidFill>
                  <a:srgbClr val="0C2A3E"/>
                </a:solidFill>
                <a:latin typeface="EB Garamond" pitchFamily="18" charset="0"/>
                <a:ea typeface="EB Garamond" pitchFamily="18" charset="-122"/>
                <a:cs typeface="EB Garamond" pitchFamily="18" charset="-120"/>
              </a:rPr>
              <a:t>BioImage-Repro UAM</a:t>
            </a:r>
            <a:endParaRPr lang="en-US" sz="4800" dirty="0"/>
          </a:p>
        </p:txBody>
      </p:sp>
      <p:sp>
        <p:nvSpPr>
          <p:cNvPr id="6" name="Text 3"/>
          <p:cNvSpPr/>
          <p:nvPr/>
        </p:nvSpPr>
        <p:spPr>
          <a:xfrm>
            <a:off x="812800" y="3094930"/>
            <a:ext cx="6488176" cy="919361"/>
          </a:xfrm>
          <a:prstGeom prst="rect">
            <a:avLst/>
          </a:prstGeom>
          <a:noFill/>
          <a:ln/>
        </p:spPr>
        <p:txBody>
          <a:bodyPr wrap="square" lIns="0" tIns="0" rIns="0" bIns="0" rtlCol="0" anchor="t">
            <a:normAutofit/>
          </a:bodyPr>
          <a:lstStyle/>
          <a:p>
            <a:pPr algn="l" indent="0" marL="0">
              <a:lnSpc>
                <a:spcPts val="3520"/>
              </a:lnSpc>
              <a:buNone/>
            </a:pPr>
            <a:r>
              <a:rPr lang="en-US" sz="3200" dirty="0">
                <a:solidFill>
                  <a:srgbClr val="0C2A3E"/>
                </a:solidFill>
                <a:latin typeface="EB Garamond" pitchFamily="18" charset="0"/>
                <a:ea typeface="EB Garamond" pitchFamily="18" charset="-122"/>
                <a:cs typeface="EB Garamond" pitchFamily="18" charset="-120"/>
              </a:rPr>
              <a:t>Inteligencia artificial aplicada al análisis de microscopía de fluorescencia.</a:t>
            </a:r>
            <a:endParaRPr lang="en-US" sz="3200" dirty="0"/>
          </a:p>
        </p:txBody>
      </p:sp>
      <p:sp>
        <p:nvSpPr>
          <p:cNvPr id="7" name="Text 4"/>
          <p:cNvSpPr/>
          <p:nvPr/>
        </p:nvSpPr>
        <p:spPr>
          <a:xfrm>
            <a:off x="812800" y="4192091"/>
            <a:ext cx="6488176"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3480F"/>
                </a:solidFill>
                <a:latin typeface="IBM Plex Sans" pitchFamily="34" charset="0"/>
                <a:ea typeface="IBM Plex Sans" pitchFamily="34" charset="-122"/>
                <a:cs typeface="IBM Plex Sans" pitchFamily="34" charset="-120"/>
              </a:rPr>
              <a:t>PONENTE</a:t>
            </a:r>
            <a:endParaRPr lang="en-US" sz="1200" dirty="0"/>
          </a:p>
        </p:txBody>
      </p:sp>
      <p:sp>
        <p:nvSpPr>
          <p:cNvPr id="8" name="Text 5"/>
          <p:cNvSpPr/>
          <p:nvPr/>
        </p:nvSpPr>
        <p:spPr>
          <a:xfrm>
            <a:off x="812800" y="4430812"/>
            <a:ext cx="6488176"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0C2A3E"/>
                </a:solidFill>
                <a:latin typeface="IBM Plex Sans" pitchFamily="34" charset="0"/>
                <a:ea typeface="IBM Plex Sans" pitchFamily="34" charset="-122"/>
                <a:cs typeface="IBM Plex Sans" pitchFamily="34" charset="-120"/>
              </a:rPr>
              <a:t>Ing. Ángel Frausto Robles</a:t>
            </a:r>
            <a:endParaRPr lang="en-US" sz="1300" dirty="0"/>
          </a:p>
        </p:txBody>
      </p:sp>
      <p:sp>
        <p:nvSpPr>
          <p:cNvPr id="9" name="Text 6"/>
          <p:cNvSpPr/>
          <p:nvPr/>
        </p:nvSpPr>
        <p:spPr>
          <a:xfrm>
            <a:off x="812800" y="4742557"/>
            <a:ext cx="141099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3480F"/>
                </a:solidFill>
                <a:latin typeface="IBM Plex Sans" pitchFamily="34" charset="0"/>
                <a:ea typeface="IBM Plex Sans" pitchFamily="34" charset="-122"/>
                <a:cs typeface="IBM Plex Sans" pitchFamily="34" charset="-120"/>
              </a:rPr>
              <a:t>COORDINADOR</a:t>
            </a:r>
            <a:endParaRPr lang="en-US" sz="1200" dirty="0"/>
          </a:p>
        </p:txBody>
      </p:sp>
      <p:sp>
        <p:nvSpPr>
          <p:cNvPr id="10" name="Text 7"/>
          <p:cNvSpPr/>
          <p:nvPr/>
        </p:nvSpPr>
        <p:spPr>
          <a:xfrm>
            <a:off x="812800" y="4981277"/>
            <a:ext cx="1632228"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0C2A3E"/>
                </a:solidFill>
                <a:latin typeface="IBM Plex Sans" pitchFamily="34" charset="0"/>
                <a:ea typeface="IBM Plex Sans" pitchFamily="34" charset="-122"/>
                <a:cs typeface="IBM Plex Sans" pitchFamily="34" charset="-120"/>
              </a:rPr>
              <a:t>Luis Enrique Pérez</a:t>
            </a:r>
            <a:endParaRPr lang="en-US" sz="1300" dirty="0"/>
          </a:p>
        </p:txBody>
      </p:sp>
      <p:sp>
        <p:nvSpPr>
          <p:cNvPr id="11" name="Text 8"/>
          <p:cNvSpPr/>
          <p:nvPr/>
        </p:nvSpPr>
        <p:spPr>
          <a:xfrm>
            <a:off x="2528590" y="4742557"/>
            <a:ext cx="2364289"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3480F"/>
                </a:solidFill>
                <a:latin typeface="IBM Plex Sans" pitchFamily="34" charset="0"/>
                <a:ea typeface="IBM Plex Sans" pitchFamily="34" charset="-122"/>
                <a:cs typeface="IBM Plex Sans" pitchFamily="34" charset="-120"/>
              </a:rPr>
              <a:t>APOYO</a:t>
            </a:r>
            <a:endParaRPr lang="en-US" sz="1200" dirty="0"/>
          </a:p>
        </p:txBody>
      </p:sp>
      <p:sp>
        <p:nvSpPr>
          <p:cNvPr id="12" name="Text 9"/>
          <p:cNvSpPr/>
          <p:nvPr/>
        </p:nvSpPr>
        <p:spPr>
          <a:xfrm>
            <a:off x="2528590" y="4981277"/>
            <a:ext cx="2754511"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0C2A3E"/>
                </a:solidFill>
                <a:latin typeface="IBM Plex Sans" pitchFamily="34" charset="0"/>
                <a:ea typeface="IBM Plex Sans" pitchFamily="34" charset="-122"/>
                <a:cs typeface="IBM Plex Sans" pitchFamily="34" charset="-120"/>
              </a:rPr>
              <a:t>Isaac Emmanuel Mani Arellano</a:t>
            </a:r>
            <a:endParaRPr lang="en-US" sz="1300" dirty="0"/>
          </a:p>
        </p:txBody>
      </p:sp>
      <p:sp>
        <p:nvSpPr>
          <p:cNvPr id="13" name="Text 10"/>
          <p:cNvSpPr/>
          <p:nvPr/>
        </p:nvSpPr>
        <p:spPr>
          <a:xfrm>
            <a:off x="812800" y="5293023"/>
            <a:ext cx="6488176"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3480F"/>
                </a:solidFill>
                <a:latin typeface="IBM Plex Sans" pitchFamily="34" charset="0"/>
                <a:ea typeface="IBM Plex Sans" pitchFamily="34" charset="-122"/>
                <a:cs typeface="IBM Plex Sans" pitchFamily="34" charset="-120"/>
              </a:rPr>
              <a:t>RESPONSABLES DEL PROYECTO</a:t>
            </a:r>
            <a:endParaRPr lang="en-US" sz="1200" dirty="0"/>
          </a:p>
        </p:txBody>
      </p:sp>
      <p:sp>
        <p:nvSpPr>
          <p:cNvPr id="14" name="Text 11"/>
          <p:cNvSpPr/>
          <p:nvPr/>
        </p:nvSpPr>
        <p:spPr>
          <a:xfrm>
            <a:off x="812800" y="5531743"/>
            <a:ext cx="6488176"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0C2A3E"/>
                </a:solidFill>
                <a:latin typeface="IBM Plex Sans" pitchFamily="34" charset="0"/>
                <a:ea typeface="IBM Plex Sans" pitchFamily="34" charset="-122"/>
                <a:cs typeface="IBM Plex Sans" pitchFamily="34" charset="-120"/>
              </a:rPr>
              <a:t>Dra. Sheila Irais Peña Corona · Dr. Saúl Jiménez Jiménez</a:t>
            </a:r>
            <a:endParaRPr lang="en-US" sz="1300" dirty="0"/>
          </a:p>
        </p:txBody>
      </p:sp>
      <p:pic>
        <p:nvPicPr>
          <p:cNvPr id="15" name="Image 1" descr="Logotipo de BioImage-Repro UAM: un espermatozoide con una cadena de ADN dentro de un círculo azul">    </p:cNvPr>
          <p:cNvPicPr>
            <a:picLocks noChangeAspect="1"/>
          </p:cNvPicPr>
          <p:nvPr/>
        </p:nvPicPr>
        <p:blipFill>
          <a:blip r:embed="rId2"/>
          <a:srcRect l="0" r="0" t="-94" b="-94"/>
          <a:stretch/>
        </p:blipFill>
        <p:spPr>
          <a:xfrm>
            <a:off x="7696200" y="2051745"/>
            <a:ext cx="3556000" cy="35877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8FA"/>
        </a:solidFill>
      </p:bgPr>
    </p:bg>
    <p:spTree>
      <p:nvGrpSpPr>
        <p:cNvPr id="1" name=""/>
        <p:cNvGrpSpPr/>
        <p:nvPr/>
      </p:nvGrpSpPr>
      <p:grpSpPr>
        <a:xfrm>
          <a:off x="0" y="0"/>
          <a:ext cx="0" cy="0"/>
          <a:chOff x="0" y="0"/>
          <a:chExt cx="0" cy="0"/>
        </a:xfrm>
      </p:grpSpPr>
      <p:pic>
        <p:nvPicPr>
          <p:cNvPr id="2" name="Image 0" descr="UAM Unidad Iztapalapa">    </p:cNvPr>
          <p:cNvPicPr>
            <a:picLocks noChangeAspect="1"/>
          </p:cNvPicPr>
          <p:nvPr/>
        </p:nvPicPr>
        <p:blipFill>
          <a:blip r:embed="rId1"/>
          <a:srcRect l="-363" r="-363" t="0" b="0"/>
          <a:stretch/>
        </p:blipFill>
        <p:spPr>
          <a:xfrm>
            <a:off x="10261600" y="228600"/>
            <a:ext cx="508000" cy="406400"/>
          </a:xfrm>
          <a:prstGeom prst="rect">
            <a:avLst/>
          </a:prstGeom>
        </p:spPr>
      </p:pic>
      <p:pic>
        <p:nvPicPr>
          <p:cNvPr id="3" name="Image 1" descr="Logotipo de BioImage-Repro UAM">    </p:cNvPr>
          <p:cNvPicPr>
            <a:picLocks noChangeAspect="1"/>
          </p:cNvPicPr>
          <p:nvPr/>
        </p:nvPicPr>
        <p:blipFill>
          <a:blip r:embed="rId2"/>
          <a:srcRect l="-351" r="-351" t="0" b="0"/>
          <a:stretch/>
        </p:blipFill>
        <p:spPr>
          <a:xfrm>
            <a:off x="10972800" y="228600"/>
            <a:ext cx="406400" cy="406400"/>
          </a:xfrm>
          <a:prstGeom prst="rect">
            <a:avLst/>
          </a:prstGeom>
        </p:spPr>
      </p:pic>
      <p:sp>
        <p:nvSpPr>
          <p:cNvPr id="4"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3480F"/>
                </a:solidFill>
                <a:latin typeface="IBM Plex Sans" pitchFamily="34" charset="0"/>
                <a:ea typeface="IBM Plex Sans" pitchFamily="34" charset="-122"/>
                <a:cs typeface="IBM Plex Sans" pitchFamily="34" charset="-120"/>
              </a:rPr>
              <a:t>BIENVENIDA</a:t>
            </a:r>
            <a:endParaRPr lang="en-US" sz="1200" dirty="0"/>
          </a:p>
        </p:txBody>
      </p:sp>
      <p:sp>
        <p:nvSpPr>
          <p:cNvPr id="5" name="Text 1"/>
          <p:cNvSpPr/>
          <p:nvPr>
            <p:ph type="title"/>
          </p:nvPr>
        </p:nvSpPr>
        <p:spPr>
          <a:xfrm>
            <a:off x="812800" y="11023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C2A3E"/>
                </a:solidFill>
                <a:latin typeface="EB Garamond" pitchFamily="18" charset="0"/>
                <a:ea typeface="EB Garamond" pitchFamily="18" charset="-122"/>
                <a:cs typeface="EB Garamond" pitchFamily="18" charset="-120"/>
              </a:rPr>
              <a:t>¿Qué es BioImage-Repro UAM?</a:t>
            </a:r>
            <a:endParaRPr lang="en-US" sz="3600" dirty="0"/>
          </a:p>
        </p:txBody>
      </p:sp>
      <p:sp>
        <p:nvSpPr>
          <p:cNvPr id="6" name="Text 2"/>
          <p:cNvSpPr/>
          <p:nvPr/>
        </p:nvSpPr>
        <p:spPr>
          <a:xfrm>
            <a:off x="812800" y="1859161"/>
            <a:ext cx="9810750" cy="642541"/>
          </a:xfrm>
          <a:prstGeom prst="rect">
            <a:avLst/>
          </a:prstGeom>
          <a:noFill/>
          <a:ln/>
        </p:spPr>
        <p:txBody>
          <a:bodyPr wrap="square" lIns="0" tIns="0" rIns="0" bIns="0" rtlCol="0" anchor="t">
            <a:normAutofit/>
          </a:bodyPr>
          <a:lstStyle/>
          <a:p>
            <a:pPr algn="l" indent="0" marL="0">
              <a:lnSpc>
                <a:spcPts val="2430"/>
              </a:lnSpc>
              <a:buNone/>
            </a:pPr>
            <a:r>
              <a:rPr lang="en-US" sz="1800" dirty="0">
                <a:solidFill>
                  <a:srgbClr val="0C2A3E"/>
                </a:solidFill>
                <a:latin typeface="IBM Plex Sans" pitchFamily="34" charset="0"/>
                <a:ea typeface="IBM Plex Sans" pitchFamily="34" charset="-122"/>
                <a:cs typeface="IBM Plex Sans" pitchFamily="34" charset="-120"/>
              </a:rPr>
              <a:t>Un proyecto que promueve la incorporación de la inteligencia artificial en las funciones sustantivas de la universidad.</a:t>
            </a:r>
            <a:endParaRPr lang="en-US" sz="1800" dirty="0"/>
          </a:p>
        </p:txBody>
      </p:sp>
      <p:sp>
        <p:nvSpPr>
          <p:cNvPr id="7" name="Shape 3"/>
          <p:cNvSpPr/>
          <p:nvPr/>
        </p:nvSpPr>
        <p:spPr>
          <a:xfrm>
            <a:off x="819150" y="2736652"/>
            <a:ext cx="2514600" cy="1313061"/>
          </a:xfrm>
          <a:prstGeom prst="roundRect">
            <a:avLst>
              <a:gd name="adj" fmla="val 9188"/>
            </a:avLst>
          </a:prstGeom>
          <a:solidFill>
            <a:srgbClr val="FCFDFD"/>
          </a:solidFill>
          <a:ln w="12700">
            <a:solidFill>
              <a:srgbClr val="D5E3EA"/>
            </a:solidFill>
            <a:prstDash val="solid"/>
          </a:ln>
        </p:spPr>
      </p:sp>
      <p:pic>
        <p:nvPicPr>
          <p:cNvPr id="8" name="Image 2" descr="GraduationCap">    </p:cNvPr>
          <p:cNvPicPr>
            <a:picLocks noChangeAspect="1"/>
          </p:cNvPicPr>
          <p:nvPr/>
        </p:nvPicPr>
        <p:blipFill>
          <a:blip r:embed="rId3"/>
          <a:srcRect l="0" r="0" t="0" b="0"/>
          <a:stretch/>
        </p:blipFill>
        <p:spPr>
          <a:xfrm>
            <a:off x="1028700" y="2946202"/>
            <a:ext cx="330200" cy="330200"/>
          </a:xfrm>
          <a:prstGeom prst="rect">
            <a:avLst/>
          </a:prstGeom>
        </p:spPr>
      </p:pic>
      <p:sp>
        <p:nvSpPr>
          <p:cNvPr id="9" name="Text 4"/>
          <p:cNvSpPr/>
          <p:nvPr/>
        </p:nvSpPr>
        <p:spPr>
          <a:xfrm>
            <a:off x="1028700" y="3352602"/>
            <a:ext cx="2158365"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C2A3E"/>
                </a:solidFill>
                <a:latin typeface="IBM Plex Sans" pitchFamily="34" charset="0"/>
                <a:ea typeface="IBM Plex Sans" pitchFamily="34" charset="-122"/>
                <a:cs typeface="IBM Plex Sans" pitchFamily="34" charset="-120"/>
              </a:rPr>
              <a:t>Docencia</a:t>
            </a:r>
            <a:endParaRPr lang="en-US" sz="1600" dirty="0"/>
          </a:p>
        </p:txBody>
      </p:sp>
      <p:sp>
        <p:nvSpPr>
          <p:cNvPr id="10" name="Shape 5"/>
          <p:cNvSpPr/>
          <p:nvPr/>
        </p:nvSpPr>
        <p:spPr>
          <a:xfrm>
            <a:off x="3498850" y="2736652"/>
            <a:ext cx="2514600" cy="1313061"/>
          </a:xfrm>
          <a:prstGeom prst="roundRect">
            <a:avLst>
              <a:gd name="adj" fmla="val 9188"/>
            </a:avLst>
          </a:prstGeom>
          <a:solidFill>
            <a:srgbClr val="FCFDFD"/>
          </a:solidFill>
          <a:ln w="12700">
            <a:solidFill>
              <a:srgbClr val="D5E3EA"/>
            </a:solidFill>
            <a:prstDash val="solid"/>
          </a:ln>
        </p:spPr>
      </p:sp>
      <p:pic>
        <p:nvPicPr>
          <p:cNvPr id="11" name="Image 3" descr="Search">    </p:cNvPr>
          <p:cNvPicPr>
            <a:picLocks noChangeAspect="1"/>
          </p:cNvPicPr>
          <p:nvPr/>
        </p:nvPicPr>
        <p:blipFill>
          <a:blip r:embed="rId4"/>
          <a:srcRect l="0" r="0" t="0" b="0"/>
          <a:stretch/>
        </p:blipFill>
        <p:spPr>
          <a:xfrm>
            <a:off x="3708400" y="2946202"/>
            <a:ext cx="330200" cy="330200"/>
          </a:xfrm>
          <a:prstGeom prst="rect">
            <a:avLst/>
          </a:prstGeom>
        </p:spPr>
      </p:pic>
      <p:sp>
        <p:nvSpPr>
          <p:cNvPr id="12" name="Text 6"/>
          <p:cNvSpPr/>
          <p:nvPr/>
        </p:nvSpPr>
        <p:spPr>
          <a:xfrm>
            <a:off x="3708400" y="3352602"/>
            <a:ext cx="2158365"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C2A3E"/>
                </a:solidFill>
                <a:latin typeface="IBM Plex Sans" pitchFamily="34" charset="0"/>
                <a:ea typeface="IBM Plex Sans" pitchFamily="34" charset="-122"/>
                <a:cs typeface="IBM Plex Sans" pitchFamily="34" charset="-120"/>
              </a:rPr>
              <a:t>Investigación</a:t>
            </a:r>
            <a:endParaRPr lang="en-US" sz="1600" dirty="0"/>
          </a:p>
        </p:txBody>
      </p:sp>
      <p:sp>
        <p:nvSpPr>
          <p:cNvPr id="13" name="Shape 7"/>
          <p:cNvSpPr/>
          <p:nvPr/>
        </p:nvSpPr>
        <p:spPr>
          <a:xfrm>
            <a:off x="6178550" y="2736652"/>
            <a:ext cx="2514600" cy="1313061"/>
          </a:xfrm>
          <a:prstGeom prst="roundRect">
            <a:avLst>
              <a:gd name="adj" fmla="val 9188"/>
            </a:avLst>
          </a:prstGeom>
          <a:solidFill>
            <a:srgbClr val="FCFDFD"/>
          </a:solidFill>
          <a:ln w="12700">
            <a:solidFill>
              <a:srgbClr val="D5E3EA"/>
            </a:solidFill>
            <a:prstDash val="solid"/>
          </a:ln>
        </p:spPr>
      </p:sp>
      <p:pic>
        <p:nvPicPr>
          <p:cNvPr id="14" name="Image 4" descr="Book">    </p:cNvPr>
          <p:cNvPicPr>
            <a:picLocks noChangeAspect="1"/>
          </p:cNvPicPr>
          <p:nvPr/>
        </p:nvPicPr>
        <p:blipFill>
          <a:blip r:embed="rId5"/>
          <a:srcRect l="0" r="0" t="0" b="0"/>
          <a:stretch/>
        </p:blipFill>
        <p:spPr>
          <a:xfrm>
            <a:off x="6388100" y="2946202"/>
            <a:ext cx="330200" cy="330200"/>
          </a:xfrm>
          <a:prstGeom prst="rect">
            <a:avLst/>
          </a:prstGeom>
        </p:spPr>
      </p:pic>
      <p:sp>
        <p:nvSpPr>
          <p:cNvPr id="15" name="Text 8"/>
          <p:cNvSpPr/>
          <p:nvPr/>
        </p:nvSpPr>
        <p:spPr>
          <a:xfrm>
            <a:off x="6388100" y="3352602"/>
            <a:ext cx="2158365" cy="512961"/>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C2A3E"/>
                </a:solidFill>
                <a:latin typeface="IBM Plex Sans" pitchFamily="34" charset="0"/>
                <a:ea typeface="IBM Plex Sans" pitchFamily="34" charset="-122"/>
                <a:cs typeface="IBM Plex Sans" pitchFamily="34" charset="-120"/>
              </a:rPr>
              <a:t>Preservación y difusión de la cultura</a:t>
            </a:r>
            <a:endParaRPr lang="en-US" sz="1600" dirty="0"/>
          </a:p>
        </p:txBody>
      </p:sp>
      <p:sp>
        <p:nvSpPr>
          <p:cNvPr id="16" name="Shape 9"/>
          <p:cNvSpPr/>
          <p:nvPr/>
        </p:nvSpPr>
        <p:spPr>
          <a:xfrm>
            <a:off x="8858250" y="2736652"/>
            <a:ext cx="2514600" cy="1313061"/>
          </a:xfrm>
          <a:prstGeom prst="roundRect">
            <a:avLst>
              <a:gd name="adj" fmla="val 9188"/>
            </a:avLst>
          </a:prstGeom>
          <a:solidFill>
            <a:srgbClr val="FCFDFD"/>
          </a:solidFill>
          <a:ln w="12700">
            <a:solidFill>
              <a:srgbClr val="D5E3EA"/>
            </a:solidFill>
            <a:prstDash val="solid"/>
          </a:ln>
        </p:spPr>
      </p:sp>
      <p:pic>
        <p:nvPicPr>
          <p:cNvPr id="17" name="Image 5" descr="Users">    </p:cNvPr>
          <p:cNvPicPr>
            <a:picLocks noChangeAspect="1"/>
          </p:cNvPicPr>
          <p:nvPr/>
        </p:nvPicPr>
        <p:blipFill>
          <a:blip r:embed="rId6"/>
          <a:srcRect l="0" r="0" t="0" b="0"/>
          <a:stretch/>
        </p:blipFill>
        <p:spPr>
          <a:xfrm>
            <a:off x="9067800" y="2946202"/>
            <a:ext cx="330200" cy="330200"/>
          </a:xfrm>
          <a:prstGeom prst="rect">
            <a:avLst/>
          </a:prstGeom>
        </p:spPr>
      </p:pic>
      <p:sp>
        <p:nvSpPr>
          <p:cNvPr id="18" name="Text 10"/>
          <p:cNvSpPr/>
          <p:nvPr/>
        </p:nvSpPr>
        <p:spPr>
          <a:xfrm>
            <a:off x="9067800" y="3352602"/>
            <a:ext cx="2158365" cy="512961"/>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C2A3E"/>
                </a:solidFill>
                <a:latin typeface="IBM Plex Sans" pitchFamily="34" charset="0"/>
                <a:ea typeface="IBM Plex Sans" pitchFamily="34" charset="-122"/>
                <a:cs typeface="IBM Plex Sans" pitchFamily="34" charset="-120"/>
              </a:rPr>
              <a:t>Vinculación y servicio a la comunidad</a:t>
            </a:r>
            <a:endParaRPr lang="en-US" sz="1600" dirty="0"/>
          </a:p>
        </p:txBody>
      </p:sp>
      <p:sp>
        <p:nvSpPr>
          <p:cNvPr id="19" name="Text 11"/>
          <p:cNvSpPr/>
          <p:nvPr/>
        </p:nvSpPr>
        <p:spPr>
          <a:xfrm>
            <a:off x="812800" y="4310063"/>
            <a:ext cx="9810750"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E5566"/>
                </a:solidFill>
                <a:latin typeface="IBM Plex Sans" pitchFamily="34" charset="0"/>
                <a:ea typeface="IBM Plex Sans" pitchFamily="34" charset="-122"/>
                <a:cs typeface="IBM Plex Sans" pitchFamily="34" charset="-120"/>
              </a:rPr>
              <a:t>Una plataforma web que incorpora conceptos de inteligencia artificial para apoyar esas actividades en la comunidad universitaria de la UAM Iztapalapa.</a:t>
            </a:r>
            <a:endParaRPr lang="en-US" sz="1400" dirty="0"/>
          </a:p>
        </p:txBody>
      </p:sp>
      <p:sp>
        <p:nvSpPr>
          <p:cNvPr id="20" name="Text 12"/>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7280"/>
                </a:solidFill>
                <a:latin typeface="IBM Plex Sans" pitchFamily="34" charset="0"/>
                <a:ea typeface="IBM Plex Sans" pitchFamily="34" charset="-122"/>
                <a:cs typeface="IBM Plex Sans" pitchFamily="34" charset="-120"/>
              </a:rPr>
              <a:t>BioImage-Repro UAM · Módulo 1 · Video 1</a:t>
            </a:r>
            <a:endParaRPr lang="en-US" sz="1200" dirty="0"/>
          </a:p>
        </p:txBody>
      </p:sp>
      <p:sp>
        <p:nvSpPr>
          <p:cNvPr id="21" name="Text 13"/>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7280"/>
                </a:solidFill>
                <a:latin typeface="IBM Plex Sans" pitchFamily="34" charset="0"/>
                <a:ea typeface="IBM Plex Sans" pitchFamily="34" charset="-122"/>
                <a:cs typeface="IBM Plex Sans" pitchFamily="34" charset="-120"/>
              </a:rPr>
              <a:t>2 / 19</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8FA"/>
        </a:solidFill>
      </p:bgPr>
    </p:bg>
    <p:spTree>
      <p:nvGrpSpPr>
        <p:cNvPr id="1" name=""/>
        <p:cNvGrpSpPr/>
        <p:nvPr/>
      </p:nvGrpSpPr>
      <p:grpSpPr>
        <a:xfrm>
          <a:off x="0" y="0"/>
          <a:ext cx="0" cy="0"/>
          <a:chOff x="0" y="0"/>
          <a:chExt cx="0" cy="0"/>
        </a:xfrm>
      </p:grpSpPr>
      <p:pic>
        <p:nvPicPr>
          <p:cNvPr id="2" name="Image 0" descr="UAM Unidad Iztapalapa">    </p:cNvPr>
          <p:cNvPicPr>
            <a:picLocks noChangeAspect="1"/>
          </p:cNvPicPr>
          <p:nvPr/>
        </p:nvPicPr>
        <p:blipFill>
          <a:blip r:embed="rId1"/>
          <a:srcRect l="-363" r="-363" t="0" b="0"/>
          <a:stretch/>
        </p:blipFill>
        <p:spPr>
          <a:xfrm>
            <a:off x="10261600" y="228600"/>
            <a:ext cx="508000" cy="406400"/>
          </a:xfrm>
          <a:prstGeom prst="rect">
            <a:avLst/>
          </a:prstGeom>
        </p:spPr>
      </p:pic>
      <p:pic>
        <p:nvPicPr>
          <p:cNvPr id="3" name="Image 1" descr="Logotipo de BioImage-Repro UAM">    </p:cNvPr>
          <p:cNvPicPr>
            <a:picLocks noChangeAspect="1"/>
          </p:cNvPicPr>
          <p:nvPr/>
        </p:nvPicPr>
        <p:blipFill>
          <a:blip r:embed="rId2"/>
          <a:srcRect l="-351" r="-351" t="0" b="0"/>
          <a:stretch/>
        </p:blipFill>
        <p:spPr>
          <a:xfrm>
            <a:off x="10972800" y="228600"/>
            <a:ext cx="406400" cy="406400"/>
          </a:xfrm>
          <a:prstGeom prst="rect">
            <a:avLst/>
          </a:prstGeom>
        </p:spPr>
      </p:pic>
      <p:sp>
        <p:nvSpPr>
          <p:cNvPr id="4"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3480F"/>
                </a:solidFill>
                <a:latin typeface="IBM Plex Sans" pitchFamily="34" charset="0"/>
                <a:ea typeface="IBM Plex Sans" pitchFamily="34" charset="-122"/>
                <a:cs typeface="IBM Plex Sans" pitchFamily="34" charset="-120"/>
              </a:rPr>
              <a:t>BIENVENIDA</a:t>
            </a:r>
            <a:endParaRPr lang="en-US" sz="1200" dirty="0"/>
          </a:p>
        </p:txBody>
      </p:sp>
      <p:sp>
        <p:nvSpPr>
          <p:cNvPr id="5" name="Text 1"/>
          <p:cNvSpPr/>
          <p:nvPr>
            <p:ph type="title"/>
          </p:nvPr>
        </p:nvSpPr>
        <p:spPr>
          <a:xfrm>
            <a:off x="812800" y="11023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C2A3E"/>
                </a:solidFill>
                <a:latin typeface="EB Garamond" pitchFamily="18" charset="0"/>
                <a:ea typeface="EB Garamond" pitchFamily="18" charset="-122"/>
                <a:cs typeface="EB Garamond" pitchFamily="18" charset="-120"/>
              </a:rPr>
              <a:t>Cuatro módulos, un mismo caso</a:t>
            </a:r>
            <a:endParaRPr lang="en-US" sz="3600" dirty="0"/>
          </a:p>
        </p:txBody>
      </p:sp>
      <p:sp>
        <p:nvSpPr>
          <p:cNvPr id="6" name="Shape 2"/>
          <p:cNvSpPr/>
          <p:nvPr/>
        </p:nvSpPr>
        <p:spPr>
          <a:xfrm>
            <a:off x="812800" y="1859161"/>
            <a:ext cx="2527300" cy="2280642"/>
          </a:xfrm>
          <a:prstGeom prst="roundRect">
            <a:avLst>
              <a:gd name="adj" fmla="val 5569"/>
            </a:avLst>
          </a:prstGeom>
          <a:solidFill>
            <a:srgbClr val="0B1F2E"/>
          </a:solidFill>
          <a:ln/>
        </p:spPr>
      </p:sp>
      <p:sp>
        <p:nvSpPr>
          <p:cNvPr id="7" name="Text 3"/>
          <p:cNvSpPr/>
          <p:nvPr/>
        </p:nvSpPr>
        <p:spPr>
          <a:xfrm>
            <a:off x="1016000" y="2062361"/>
            <a:ext cx="2184527"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F4A259"/>
                </a:solidFill>
                <a:latin typeface="EB Garamond" pitchFamily="18" charset="0"/>
                <a:ea typeface="EB Garamond" pitchFamily="18" charset="-122"/>
                <a:cs typeface="EB Garamond" pitchFamily="18" charset="-120"/>
              </a:rPr>
              <a:t>1</a:t>
            </a:r>
            <a:endParaRPr lang="en-US" sz="3600" dirty="0"/>
          </a:p>
        </p:txBody>
      </p:sp>
      <p:sp>
        <p:nvSpPr>
          <p:cNvPr id="8" name="Text 4"/>
          <p:cNvSpPr/>
          <p:nvPr/>
        </p:nvSpPr>
        <p:spPr>
          <a:xfrm>
            <a:off x="1016000" y="2595761"/>
            <a:ext cx="2184527"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6CCFF6"/>
                </a:solidFill>
                <a:latin typeface="IBM Plex Sans" pitchFamily="34" charset="0"/>
                <a:ea typeface="IBM Plex Sans" pitchFamily="34" charset="-122"/>
                <a:cs typeface="IBM Plex Sans" pitchFamily="34" charset="-120"/>
              </a:rPr>
              <a:t>Este módulo</a:t>
            </a:r>
            <a:endParaRPr lang="en-US" sz="1200" dirty="0"/>
          </a:p>
        </p:txBody>
      </p:sp>
      <p:sp>
        <p:nvSpPr>
          <p:cNvPr id="9" name="Text 5"/>
          <p:cNvSpPr/>
          <p:nvPr/>
        </p:nvSpPr>
        <p:spPr>
          <a:xfrm>
            <a:off x="1016000" y="2885281"/>
            <a:ext cx="2184527" cy="512961"/>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1F6F8"/>
                </a:solidFill>
                <a:latin typeface="IBM Plex Sans" pitchFamily="34" charset="0"/>
                <a:ea typeface="IBM Plex Sans" pitchFamily="34" charset="-122"/>
                <a:cs typeface="IBM Plex Sans" pitchFamily="34" charset="-120"/>
              </a:rPr>
              <a:t>El problema y las bases</a:t>
            </a:r>
            <a:endParaRPr lang="en-US" sz="1600" dirty="0"/>
          </a:p>
        </p:txBody>
      </p:sp>
      <p:sp>
        <p:nvSpPr>
          <p:cNvPr id="10" name="Text 6"/>
          <p:cNvSpPr/>
          <p:nvPr/>
        </p:nvSpPr>
        <p:spPr>
          <a:xfrm>
            <a:off x="1016000" y="3449042"/>
            <a:ext cx="2184527"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3D7E2"/>
                </a:solidFill>
                <a:latin typeface="IBM Plex Sans" pitchFamily="34" charset="0"/>
                <a:ea typeface="IBM Plex Sans" pitchFamily="34" charset="-122"/>
                <a:cs typeface="IBM Plex Sans" pitchFamily="34" charset="-120"/>
              </a:rPr>
              <a:t>Introducción y comienzo de redes neuronales.</a:t>
            </a:r>
            <a:endParaRPr lang="en-US" sz="1300" dirty="0"/>
          </a:p>
        </p:txBody>
      </p:sp>
      <p:sp>
        <p:nvSpPr>
          <p:cNvPr id="11" name="Shape 7"/>
          <p:cNvSpPr/>
          <p:nvPr/>
        </p:nvSpPr>
        <p:spPr>
          <a:xfrm>
            <a:off x="3498850" y="1865511"/>
            <a:ext cx="2514600" cy="2267942"/>
          </a:xfrm>
          <a:prstGeom prst="roundRect">
            <a:avLst>
              <a:gd name="adj" fmla="val 5320"/>
            </a:avLst>
          </a:prstGeom>
          <a:solidFill>
            <a:srgbClr val="FCFDFD"/>
          </a:solidFill>
          <a:ln w="12700">
            <a:solidFill>
              <a:srgbClr val="D5E3EA"/>
            </a:solidFill>
            <a:prstDash val="solid"/>
          </a:ln>
        </p:spPr>
      </p:sp>
      <p:sp>
        <p:nvSpPr>
          <p:cNvPr id="12" name="Text 8"/>
          <p:cNvSpPr/>
          <p:nvPr/>
        </p:nvSpPr>
        <p:spPr>
          <a:xfrm>
            <a:off x="3708400" y="2075061"/>
            <a:ext cx="2158365"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A3480F"/>
                </a:solidFill>
                <a:latin typeface="EB Garamond" pitchFamily="18" charset="0"/>
                <a:ea typeface="EB Garamond" pitchFamily="18" charset="-122"/>
                <a:cs typeface="EB Garamond" pitchFamily="18" charset="-120"/>
              </a:rPr>
              <a:t>2</a:t>
            </a:r>
            <a:endParaRPr lang="en-US" sz="3600" dirty="0"/>
          </a:p>
        </p:txBody>
      </p:sp>
      <p:sp>
        <p:nvSpPr>
          <p:cNvPr id="13" name="Text 9"/>
          <p:cNvSpPr/>
          <p:nvPr/>
        </p:nvSpPr>
        <p:spPr>
          <a:xfrm>
            <a:off x="3708400" y="2608461"/>
            <a:ext cx="215836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E6E9C"/>
                </a:solidFill>
                <a:latin typeface="IBM Plex Sans" pitchFamily="34" charset="0"/>
                <a:ea typeface="IBM Plex Sans" pitchFamily="34" charset="-122"/>
                <a:cs typeface="IBM Plex Sans" pitchFamily="34" charset="-120"/>
              </a:rPr>
              <a:t>Módulo 2</a:t>
            </a:r>
            <a:endParaRPr lang="en-US" sz="1200" dirty="0"/>
          </a:p>
        </p:txBody>
      </p:sp>
      <p:sp>
        <p:nvSpPr>
          <p:cNvPr id="14" name="Text 10"/>
          <p:cNvSpPr/>
          <p:nvPr/>
        </p:nvSpPr>
        <p:spPr>
          <a:xfrm>
            <a:off x="3708400" y="2897981"/>
            <a:ext cx="2158365" cy="512961"/>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C2A3E"/>
                </a:solidFill>
                <a:latin typeface="IBM Plex Sans" pitchFamily="34" charset="0"/>
                <a:ea typeface="IBM Plex Sans" pitchFamily="34" charset="-122"/>
                <a:cs typeface="IBM Plex Sans" pitchFamily="34" charset="-120"/>
              </a:rPr>
              <a:t>Cómo aprende la computadora</a:t>
            </a:r>
            <a:endParaRPr lang="en-US" sz="1600" dirty="0"/>
          </a:p>
        </p:txBody>
      </p:sp>
      <p:sp>
        <p:nvSpPr>
          <p:cNvPr id="15" name="Text 11"/>
          <p:cNvSpPr/>
          <p:nvPr/>
        </p:nvSpPr>
        <p:spPr>
          <a:xfrm>
            <a:off x="3708400" y="3461742"/>
            <a:ext cx="2158365"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E5566"/>
                </a:solidFill>
                <a:latin typeface="IBM Plex Sans" pitchFamily="34" charset="0"/>
                <a:ea typeface="IBM Plex Sans" pitchFamily="34" charset="-122"/>
                <a:cs typeface="IBM Plex Sans" pitchFamily="34" charset="-120"/>
              </a:rPr>
              <a:t>Redes neuronales convolucionales.</a:t>
            </a:r>
            <a:endParaRPr lang="en-US" sz="1300" dirty="0"/>
          </a:p>
        </p:txBody>
      </p:sp>
      <p:sp>
        <p:nvSpPr>
          <p:cNvPr id="16" name="Shape 12"/>
          <p:cNvSpPr/>
          <p:nvPr/>
        </p:nvSpPr>
        <p:spPr>
          <a:xfrm>
            <a:off x="6178550" y="1865511"/>
            <a:ext cx="2514600" cy="2267942"/>
          </a:xfrm>
          <a:prstGeom prst="roundRect">
            <a:avLst>
              <a:gd name="adj" fmla="val 5320"/>
            </a:avLst>
          </a:prstGeom>
          <a:solidFill>
            <a:srgbClr val="FCFDFD"/>
          </a:solidFill>
          <a:ln w="12700">
            <a:solidFill>
              <a:srgbClr val="D5E3EA"/>
            </a:solidFill>
            <a:prstDash val="solid"/>
          </a:ln>
        </p:spPr>
      </p:sp>
      <p:sp>
        <p:nvSpPr>
          <p:cNvPr id="17" name="Text 13"/>
          <p:cNvSpPr/>
          <p:nvPr/>
        </p:nvSpPr>
        <p:spPr>
          <a:xfrm>
            <a:off x="6388100" y="2075061"/>
            <a:ext cx="2158365"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A3480F"/>
                </a:solidFill>
                <a:latin typeface="EB Garamond" pitchFamily="18" charset="0"/>
                <a:ea typeface="EB Garamond" pitchFamily="18" charset="-122"/>
                <a:cs typeface="EB Garamond" pitchFamily="18" charset="-120"/>
              </a:rPr>
              <a:t>3</a:t>
            </a:r>
            <a:endParaRPr lang="en-US" sz="3600" dirty="0"/>
          </a:p>
        </p:txBody>
      </p:sp>
      <p:sp>
        <p:nvSpPr>
          <p:cNvPr id="18" name="Text 14"/>
          <p:cNvSpPr/>
          <p:nvPr/>
        </p:nvSpPr>
        <p:spPr>
          <a:xfrm>
            <a:off x="6388100" y="2608461"/>
            <a:ext cx="215836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E6E9C"/>
                </a:solidFill>
                <a:latin typeface="IBM Plex Sans" pitchFamily="34" charset="0"/>
                <a:ea typeface="IBM Plex Sans" pitchFamily="34" charset="-122"/>
                <a:cs typeface="IBM Plex Sans" pitchFamily="34" charset="-120"/>
              </a:rPr>
              <a:t>Módulo 3</a:t>
            </a:r>
            <a:endParaRPr lang="en-US" sz="1200" dirty="0"/>
          </a:p>
        </p:txBody>
      </p:sp>
      <p:sp>
        <p:nvSpPr>
          <p:cNvPr id="19" name="Text 15"/>
          <p:cNvSpPr/>
          <p:nvPr/>
        </p:nvSpPr>
        <p:spPr>
          <a:xfrm>
            <a:off x="6388100" y="2897981"/>
            <a:ext cx="2158365" cy="512961"/>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C2A3E"/>
                </a:solidFill>
                <a:latin typeface="IBM Plex Sans" pitchFamily="34" charset="0"/>
                <a:ea typeface="IBM Plex Sans" pitchFamily="34" charset="-122"/>
                <a:cs typeface="IBM Plex Sans" pitchFamily="34" charset="-120"/>
              </a:rPr>
              <a:t>Cómo funciona el sistema</a:t>
            </a:r>
            <a:endParaRPr lang="en-US" sz="1600" dirty="0"/>
          </a:p>
        </p:txBody>
      </p:sp>
      <p:sp>
        <p:nvSpPr>
          <p:cNvPr id="20" name="Text 16"/>
          <p:cNvSpPr/>
          <p:nvPr/>
        </p:nvSpPr>
        <p:spPr>
          <a:xfrm>
            <a:off x="6388100" y="3461742"/>
            <a:ext cx="2158365"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E5566"/>
                </a:solidFill>
                <a:latin typeface="IBM Plex Sans" pitchFamily="34" charset="0"/>
                <a:ea typeface="IBM Plex Sans" pitchFamily="34" charset="-122"/>
                <a:cs typeface="IBM Plex Sans" pitchFamily="34" charset="-120"/>
              </a:rPr>
              <a:t>Con el sitio funcionando: frontend y backend.</a:t>
            </a:r>
            <a:endParaRPr lang="en-US" sz="1300" dirty="0"/>
          </a:p>
        </p:txBody>
      </p:sp>
      <p:sp>
        <p:nvSpPr>
          <p:cNvPr id="21" name="Shape 17"/>
          <p:cNvSpPr/>
          <p:nvPr/>
        </p:nvSpPr>
        <p:spPr>
          <a:xfrm>
            <a:off x="8858250" y="1865511"/>
            <a:ext cx="2514600" cy="2267942"/>
          </a:xfrm>
          <a:prstGeom prst="roundRect">
            <a:avLst>
              <a:gd name="adj" fmla="val 5320"/>
            </a:avLst>
          </a:prstGeom>
          <a:solidFill>
            <a:srgbClr val="FCFDFD"/>
          </a:solidFill>
          <a:ln w="12700">
            <a:solidFill>
              <a:srgbClr val="D5E3EA"/>
            </a:solidFill>
            <a:prstDash val="solid"/>
          </a:ln>
        </p:spPr>
      </p:sp>
      <p:sp>
        <p:nvSpPr>
          <p:cNvPr id="22" name="Text 18"/>
          <p:cNvSpPr/>
          <p:nvPr/>
        </p:nvSpPr>
        <p:spPr>
          <a:xfrm>
            <a:off x="9067800" y="2075061"/>
            <a:ext cx="2158365"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A3480F"/>
                </a:solidFill>
                <a:latin typeface="EB Garamond" pitchFamily="18" charset="0"/>
                <a:ea typeface="EB Garamond" pitchFamily="18" charset="-122"/>
                <a:cs typeface="EB Garamond" pitchFamily="18" charset="-120"/>
              </a:rPr>
              <a:t>4</a:t>
            </a:r>
            <a:endParaRPr lang="en-US" sz="3600" dirty="0"/>
          </a:p>
        </p:txBody>
      </p:sp>
      <p:sp>
        <p:nvSpPr>
          <p:cNvPr id="23" name="Text 19"/>
          <p:cNvSpPr/>
          <p:nvPr/>
        </p:nvSpPr>
        <p:spPr>
          <a:xfrm>
            <a:off x="9067800" y="2608461"/>
            <a:ext cx="215836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E6E9C"/>
                </a:solidFill>
                <a:latin typeface="IBM Plex Sans" pitchFamily="34" charset="0"/>
                <a:ea typeface="IBM Plex Sans" pitchFamily="34" charset="-122"/>
                <a:cs typeface="IBM Plex Sans" pitchFamily="34" charset="-120"/>
              </a:rPr>
              <a:t>Módulo 4</a:t>
            </a:r>
            <a:endParaRPr lang="en-US" sz="1200" dirty="0"/>
          </a:p>
        </p:txBody>
      </p:sp>
      <p:sp>
        <p:nvSpPr>
          <p:cNvPr id="24" name="Text 20"/>
          <p:cNvSpPr/>
          <p:nvPr/>
        </p:nvSpPr>
        <p:spPr>
          <a:xfrm>
            <a:off x="9067800" y="2897981"/>
            <a:ext cx="2158365" cy="512961"/>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C2A3E"/>
                </a:solidFill>
                <a:latin typeface="IBM Plex Sans" pitchFamily="34" charset="0"/>
                <a:ea typeface="IBM Plex Sans" pitchFamily="34" charset="-122"/>
                <a:cs typeface="IBM Plex Sans" pitchFamily="34" charset="-120"/>
              </a:rPr>
              <a:t>Datos, entrenamiento y despliegue</a:t>
            </a:r>
            <a:endParaRPr lang="en-US" sz="1600" dirty="0"/>
          </a:p>
        </p:txBody>
      </p:sp>
      <p:sp>
        <p:nvSpPr>
          <p:cNvPr id="25" name="Text 21"/>
          <p:cNvSpPr/>
          <p:nvPr/>
        </p:nvSpPr>
        <p:spPr>
          <a:xfrm>
            <a:off x="9067800" y="3461742"/>
            <a:ext cx="2158365"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E5566"/>
                </a:solidFill>
                <a:latin typeface="IBM Plex Sans" pitchFamily="34" charset="0"/>
                <a:ea typeface="IBM Plex Sans" pitchFamily="34" charset="-122"/>
                <a:cs typeface="IBM Plex Sans" pitchFamily="34" charset="-120"/>
              </a:rPr>
              <a:t>Cloud computing.</a:t>
            </a:r>
            <a:endParaRPr lang="en-US" sz="1300" dirty="0"/>
          </a:p>
        </p:txBody>
      </p:sp>
      <p:sp>
        <p:nvSpPr>
          <p:cNvPr id="26" name="Text 22"/>
          <p:cNvSpPr/>
          <p:nvPr/>
        </p:nvSpPr>
        <p:spPr>
          <a:xfrm>
            <a:off x="812800" y="4393803"/>
            <a:ext cx="9810750"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C2A3E"/>
                </a:solidFill>
                <a:latin typeface="IBM Plex Sans" pitchFamily="34" charset="0"/>
                <a:ea typeface="IBM Plex Sans" pitchFamily="34" charset="-122"/>
                <a:cs typeface="IBM Plex Sans" pitchFamily="34" charset="-120"/>
              </a:rPr>
              <a:t>Primero las bases: qué es una imagen y qué es una red neuronal. Después, cómo aprende, el sitio funcionando y, al final, los datos y el despliegue.</a:t>
            </a:r>
            <a:endParaRPr lang="en-US" sz="1400" dirty="0"/>
          </a:p>
        </p:txBody>
      </p:sp>
      <p:sp>
        <p:nvSpPr>
          <p:cNvPr id="27" name="Text 23"/>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7280"/>
                </a:solidFill>
                <a:latin typeface="IBM Plex Sans" pitchFamily="34" charset="0"/>
                <a:ea typeface="IBM Plex Sans" pitchFamily="34" charset="-122"/>
                <a:cs typeface="IBM Plex Sans" pitchFamily="34" charset="-120"/>
              </a:rPr>
              <a:t>BioImage-Repro UAM · Módulo 1 · Video 1</a:t>
            </a:r>
            <a:endParaRPr lang="en-US" sz="1200" dirty="0"/>
          </a:p>
        </p:txBody>
      </p:sp>
      <p:sp>
        <p:nvSpPr>
          <p:cNvPr id="28" name="Text 24"/>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7280"/>
                </a:solidFill>
                <a:latin typeface="IBM Plex Sans" pitchFamily="34" charset="0"/>
                <a:ea typeface="IBM Plex Sans" pitchFamily="34" charset="-122"/>
                <a:cs typeface="IBM Plex Sans" pitchFamily="34" charset="-120"/>
              </a:rPr>
              <a:t>3 / 19</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1F2E"/>
        </a:solidFill>
      </p:bgPr>
    </p:bg>
    <p:spTree>
      <p:nvGrpSpPr>
        <p:cNvPr id="1" name=""/>
        <p:cNvGrpSpPr/>
        <p:nvPr/>
      </p:nvGrpSpPr>
      <p:grpSpPr>
        <a:xfrm>
          <a:off x="0" y="0"/>
          <a:ext cx="0" cy="0"/>
          <a:chOff x="0" y="0"/>
          <a:chExt cx="0" cy="0"/>
        </a:xfrm>
      </p:grpSpPr>
      <p:pic>
        <p:nvPicPr>
          <p:cNvPr id="2" name="Image 0" descr="UAM Unidad Iztapalapa">    </p:cNvPr>
          <p:cNvPicPr>
            <a:picLocks noChangeAspect="1"/>
          </p:cNvPicPr>
          <p:nvPr/>
        </p:nvPicPr>
        <p:blipFill>
          <a:blip r:embed="rId1"/>
          <a:srcRect l="-363" r="-363" t="0" b="0"/>
          <a:stretch/>
        </p:blipFill>
        <p:spPr>
          <a:xfrm>
            <a:off x="10261600" y="228600"/>
            <a:ext cx="508000" cy="406400"/>
          </a:xfrm>
          <a:prstGeom prst="rect">
            <a:avLst/>
          </a:prstGeom>
        </p:spPr>
      </p:pic>
      <p:pic>
        <p:nvPicPr>
          <p:cNvPr id="3" name="Image 1" descr="Logotipo de BioImage-Repro UAM">    </p:cNvPr>
          <p:cNvPicPr>
            <a:picLocks noChangeAspect="1"/>
          </p:cNvPicPr>
          <p:nvPr/>
        </p:nvPicPr>
        <p:blipFill>
          <a:blip r:embed="rId2"/>
          <a:srcRect l="-351" r="-351" t="0" b="0"/>
          <a:stretch/>
        </p:blipFill>
        <p:spPr>
          <a:xfrm>
            <a:off x="10972800" y="228600"/>
            <a:ext cx="406400" cy="406400"/>
          </a:xfrm>
          <a:prstGeom prst="rect">
            <a:avLst/>
          </a:prstGeom>
        </p:spPr>
      </p:pic>
      <p:sp>
        <p:nvSpPr>
          <p:cNvPr id="4"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4A259"/>
                </a:solidFill>
                <a:latin typeface="IBM Plex Sans" pitchFamily="34" charset="0"/>
                <a:ea typeface="IBM Plex Sans" pitchFamily="34" charset="-122"/>
                <a:cs typeface="IBM Plex Sans" pitchFamily="34" charset="-120"/>
              </a:rPr>
              <a:t>BIENVENIDA</a:t>
            </a:r>
            <a:endParaRPr lang="en-US" sz="1200" dirty="0"/>
          </a:p>
        </p:txBody>
      </p:sp>
      <p:sp>
        <p:nvSpPr>
          <p:cNvPr id="5" name="Text 1"/>
          <p:cNvSpPr/>
          <p:nvPr>
            <p:ph type="title"/>
          </p:nvPr>
        </p:nvSpPr>
        <p:spPr>
          <a:xfrm>
            <a:off x="812800" y="11023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1F6F8"/>
                </a:solidFill>
                <a:latin typeface="EB Garamond" pitchFamily="18" charset="0"/>
                <a:ea typeface="EB Garamond" pitchFamily="18" charset="-122"/>
                <a:cs typeface="EB Garamond" pitchFamily="18" charset="-120"/>
              </a:rPr>
              <a:t>La agenda de este módulo</a:t>
            </a:r>
            <a:endParaRPr lang="en-US" sz="3600" dirty="0"/>
          </a:p>
        </p:txBody>
      </p:sp>
      <p:sp>
        <p:nvSpPr>
          <p:cNvPr id="6" name="Shape 2"/>
          <p:cNvSpPr/>
          <p:nvPr/>
        </p:nvSpPr>
        <p:spPr>
          <a:xfrm>
            <a:off x="819150" y="1865511"/>
            <a:ext cx="10553700" cy="647700"/>
          </a:xfrm>
          <a:prstGeom prst="roundRect">
            <a:avLst>
              <a:gd name="adj" fmla="val 18627"/>
            </a:avLst>
          </a:prstGeom>
          <a:solidFill>
            <a:srgbClr val="12304A"/>
          </a:solidFill>
          <a:ln w="12700">
            <a:solidFill>
              <a:srgbClr val="24506E"/>
            </a:solidFill>
            <a:prstDash val="solid"/>
          </a:ln>
        </p:spPr>
      </p:sp>
      <p:sp>
        <p:nvSpPr>
          <p:cNvPr id="7" name="Text 3"/>
          <p:cNvSpPr/>
          <p:nvPr/>
        </p:nvSpPr>
        <p:spPr>
          <a:xfrm>
            <a:off x="1054100" y="2011561"/>
            <a:ext cx="406400" cy="381000"/>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F4A259"/>
                </a:solidFill>
                <a:latin typeface="EB Garamond" pitchFamily="18" charset="0"/>
                <a:ea typeface="EB Garamond" pitchFamily="18" charset="-122"/>
                <a:cs typeface="EB Garamond" pitchFamily="18" charset="-120"/>
              </a:rPr>
              <a:t>1</a:t>
            </a:r>
            <a:endParaRPr lang="en-US" sz="2800" dirty="0"/>
          </a:p>
        </p:txBody>
      </p:sp>
      <p:sp>
        <p:nvSpPr>
          <p:cNvPr id="8" name="Text 4"/>
          <p:cNvSpPr/>
          <p:nvPr/>
        </p:nvSpPr>
        <p:spPr>
          <a:xfrm>
            <a:off x="1612900" y="2036961"/>
            <a:ext cx="1700808"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F1F6F8"/>
                </a:solidFill>
                <a:latin typeface="IBM Plex Sans" pitchFamily="34" charset="0"/>
                <a:ea typeface="IBM Plex Sans" pitchFamily="34" charset="-122"/>
                <a:cs typeface="IBM Plex Sans" pitchFamily="34" charset="-120"/>
              </a:rPr>
              <a:t>El problema</a:t>
            </a:r>
            <a:endParaRPr lang="en-US" sz="2000" dirty="0"/>
          </a:p>
        </p:txBody>
      </p:sp>
      <p:sp>
        <p:nvSpPr>
          <p:cNvPr id="9" name="Shape 5"/>
          <p:cNvSpPr/>
          <p:nvPr/>
        </p:nvSpPr>
        <p:spPr>
          <a:xfrm>
            <a:off x="819150" y="2652911"/>
            <a:ext cx="10553700" cy="647700"/>
          </a:xfrm>
          <a:prstGeom prst="roundRect">
            <a:avLst>
              <a:gd name="adj" fmla="val 18627"/>
            </a:avLst>
          </a:prstGeom>
          <a:solidFill>
            <a:srgbClr val="12304A"/>
          </a:solidFill>
          <a:ln w="12700">
            <a:solidFill>
              <a:srgbClr val="24506E"/>
            </a:solidFill>
            <a:prstDash val="solid"/>
          </a:ln>
        </p:spPr>
      </p:sp>
      <p:sp>
        <p:nvSpPr>
          <p:cNvPr id="10" name="Text 6"/>
          <p:cNvSpPr/>
          <p:nvPr/>
        </p:nvSpPr>
        <p:spPr>
          <a:xfrm>
            <a:off x="1054100" y="2798961"/>
            <a:ext cx="406400" cy="381000"/>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F4A259"/>
                </a:solidFill>
                <a:latin typeface="EB Garamond" pitchFamily="18" charset="0"/>
                <a:ea typeface="EB Garamond" pitchFamily="18" charset="-122"/>
                <a:cs typeface="EB Garamond" pitchFamily="18" charset="-120"/>
              </a:rPr>
              <a:t>2</a:t>
            </a:r>
            <a:endParaRPr lang="en-US" sz="2800" dirty="0"/>
          </a:p>
        </p:txBody>
      </p:sp>
      <p:sp>
        <p:nvSpPr>
          <p:cNvPr id="11" name="Text 7"/>
          <p:cNvSpPr/>
          <p:nvPr/>
        </p:nvSpPr>
        <p:spPr>
          <a:xfrm>
            <a:off x="1612900" y="2824361"/>
            <a:ext cx="2402919"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F1F6F8"/>
                </a:solidFill>
                <a:latin typeface="IBM Plex Sans" pitchFamily="34" charset="0"/>
                <a:ea typeface="IBM Plex Sans" pitchFamily="34" charset="-122"/>
                <a:cs typeface="IBM Plex Sans" pitchFamily="34" charset="-120"/>
              </a:rPr>
              <a:t>La imagen digital</a:t>
            </a:r>
            <a:endParaRPr lang="en-US" sz="2000" dirty="0"/>
          </a:p>
        </p:txBody>
      </p:sp>
      <p:sp>
        <p:nvSpPr>
          <p:cNvPr id="12" name="Shape 8"/>
          <p:cNvSpPr/>
          <p:nvPr/>
        </p:nvSpPr>
        <p:spPr>
          <a:xfrm>
            <a:off x="819150" y="3440311"/>
            <a:ext cx="10553700" cy="647700"/>
          </a:xfrm>
          <a:prstGeom prst="roundRect">
            <a:avLst>
              <a:gd name="adj" fmla="val 18627"/>
            </a:avLst>
          </a:prstGeom>
          <a:solidFill>
            <a:srgbClr val="12304A"/>
          </a:solidFill>
          <a:ln w="12700">
            <a:solidFill>
              <a:srgbClr val="24506E"/>
            </a:solidFill>
            <a:prstDash val="solid"/>
          </a:ln>
        </p:spPr>
      </p:sp>
      <p:sp>
        <p:nvSpPr>
          <p:cNvPr id="13" name="Text 9"/>
          <p:cNvSpPr/>
          <p:nvPr/>
        </p:nvSpPr>
        <p:spPr>
          <a:xfrm>
            <a:off x="1054100" y="3586361"/>
            <a:ext cx="406400" cy="381000"/>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F4A259"/>
                </a:solidFill>
                <a:latin typeface="EB Garamond" pitchFamily="18" charset="0"/>
                <a:ea typeface="EB Garamond" pitchFamily="18" charset="-122"/>
                <a:cs typeface="EB Garamond" pitchFamily="18" charset="-120"/>
              </a:rPr>
              <a:t>3</a:t>
            </a:r>
            <a:endParaRPr lang="en-US" sz="2800" dirty="0"/>
          </a:p>
        </p:txBody>
      </p:sp>
      <p:sp>
        <p:nvSpPr>
          <p:cNvPr id="14" name="Text 10"/>
          <p:cNvSpPr/>
          <p:nvPr/>
        </p:nvSpPr>
        <p:spPr>
          <a:xfrm>
            <a:off x="1612900" y="3611761"/>
            <a:ext cx="6322814"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F1F6F8"/>
                </a:solidFill>
                <a:latin typeface="IBM Plex Sans" pitchFamily="34" charset="0"/>
                <a:ea typeface="IBM Plex Sans" pitchFamily="34" charset="-122"/>
                <a:cs typeface="IBM Plex Sans" pitchFamily="34" charset="-120"/>
              </a:rPr>
              <a:t>Algunas definiciones de inteligencia artificial</a:t>
            </a:r>
            <a:endParaRPr lang="en-US" sz="2000" dirty="0"/>
          </a:p>
        </p:txBody>
      </p:sp>
      <p:sp>
        <p:nvSpPr>
          <p:cNvPr id="15" name="Shape 11"/>
          <p:cNvSpPr/>
          <p:nvPr/>
        </p:nvSpPr>
        <p:spPr>
          <a:xfrm>
            <a:off x="819150" y="4227711"/>
            <a:ext cx="10553700" cy="647700"/>
          </a:xfrm>
          <a:prstGeom prst="roundRect">
            <a:avLst>
              <a:gd name="adj" fmla="val 18627"/>
            </a:avLst>
          </a:prstGeom>
          <a:solidFill>
            <a:srgbClr val="12304A"/>
          </a:solidFill>
          <a:ln w="12700">
            <a:solidFill>
              <a:srgbClr val="24506E"/>
            </a:solidFill>
            <a:prstDash val="solid"/>
          </a:ln>
        </p:spPr>
      </p:sp>
      <p:sp>
        <p:nvSpPr>
          <p:cNvPr id="16" name="Text 12"/>
          <p:cNvSpPr/>
          <p:nvPr/>
        </p:nvSpPr>
        <p:spPr>
          <a:xfrm>
            <a:off x="1054100" y="4373761"/>
            <a:ext cx="406400" cy="381000"/>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F4A259"/>
                </a:solidFill>
                <a:latin typeface="EB Garamond" pitchFamily="18" charset="0"/>
                <a:ea typeface="EB Garamond" pitchFamily="18" charset="-122"/>
                <a:cs typeface="EB Garamond" pitchFamily="18" charset="-120"/>
              </a:rPr>
              <a:t>4</a:t>
            </a:r>
            <a:endParaRPr lang="en-US" sz="2800" dirty="0"/>
          </a:p>
        </p:txBody>
      </p:sp>
      <p:sp>
        <p:nvSpPr>
          <p:cNvPr id="17" name="Text 13"/>
          <p:cNvSpPr/>
          <p:nvPr/>
        </p:nvSpPr>
        <p:spPr>
          <a:xfrm>
            <a:off x="1612900" y="4399161"/>
            <a:ext cx="5482828"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F1F6F8"/>
                </a:solidFill>
                <a:latin typeface="IBM Plex Sans" pitchFamily="34" charset="0"/>
                <a:ea typeface="IBM Plex Sans" pitchFamily="34" charset="-122"/>
                <a:cs typeface="IBM Plex Sans" pitchFamily="34" charset="-120"/>
              </a:rPr>
              <a:t>Redes neuronales: neurona, capa y red</a:t>
            </a:r>
            <a:endParaRPr lang="en-US" sz="2000" dirty="0"/>
          </a:p>
        </p:txBody>
      </p:sp>
      <p:sp>
        <p:nvSpPr>
          <p:cNvPr id="18" name="Text 14"/>
          <p:cNvSpPr/>
          <p:nvPr/>
        </p:nvSpPr>
        <p:spPr>
          <a:xfrm>
            <a:off x="812800" y="5135761"/>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3D7E2"/>
                </a:solidFill>
                <a:latin typeface="IBM Plex Sans" pitchFamily="34" charset="0"/>
                <a:ea typeface="IBM Plex Sans" pitchFamily="34" charset="-122"/>
                <a:cs typeface="IBM Plex Sans" pitchFamily="34" charset="-120"/>
              </a:rPr>
              <a:t>Cada módulo se divide en videos de unos 20 minutos; el primero tiene tres. El sitio funcionando se presenta en el tercer módulo.</a:t>
            </a:r>
            <a:endParaRPr lang="en-US" sz="1400" dirty="0"/>
          </a:p>
        </p:txBody>
      </p:sp>
      <p:sp>
        <p:nvSpPr>
          <p:cNvPr id="19" name="Text 15"/>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9B8"/>
                </a:solidFill>
                <a:latin typeface="IBM Plex Sans" pitchFamily="34" charset="0"/>
                <a:ea typeface="IBM Plex Sans" pitchFamily="34" charset="-122"/>
                <a:cs typeface="IBM Plex Sans" pitchFamily="34" charset="-120"/>
              </a:rPr>
              <a:t>BioImage-Repro UAM · Módulo 1 · Video 1</a:t>
            </a:r>
            <a:endParaRPr lang="en-US" sz="1200" dirty="0"/>
          </a:p>
        </p:txBody>
      </p:sp>
      <p:sp>
        <p:nvSpPr>
          <p:cNvPr id="20" name="Text 16"/>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FA9B8"/>
                </a:solidFill>
                <a:latin typeface="IBM Plex Sans" pitchFamily="34" charset="0"/>
                <a:ea typeface="IBM Plex Sans" pitchFamily="34" charset="-122"/>
                <a:cs typeface="IBM Plex Sans" pitchFamily="34" charset="-120"/>
              </a:rPr>
              <a:t>4 / 19</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8FA"/>
        </a:solidFill>
      </p:bgPr>
    </p:bg>
    <p:spTree>
      <p:nvGrpSpPr>
        <p:cNvPr id="1" name=""/>
        <p:cNvGrpSpPr/>
        <p:nvPr/>
      </p:nvGrpSpPr>
      <p:grpSpPr>
        <a:xfrm>
          <a:off x="0" y="0"/>
          <a:ext cx="0" cy="0"/>
          <a:chOff x="0" y="0"/>
          <a:chExt cx="0" cy="0"/>
        </a:xfrm>
      </p:grpSpPr>
      <p:pic>
        <p:nvPicPr>
          <p:cNvPr id="2" name="Image 0" descr="UAM Unidad Iztapalapa">    </p:cNvPr>
          <p:cNvPicPr>
            <a:picLocks noChangeAspect="1"/>
          </p:cNvPicPr>
          <p:nvPr/>
        </p:nvPicPr>
        <p:blipFill>
          <a:blip r:embed="rId1"/>
          <a:srcRect l="-363" r="-363" t="0" b="0"/>
          <a:stretch/>
        </p:blipFill>
        <p:spPr>
          <a:xfrm>
            <a:off x="10261600" y="228600"/>
            <a:ext cx="508000" cy="406400"/>
          </a:xfrm>
          <a:prstGeom prst="rect">
            <a:avLst/>
          </a:prstGeom>
        </p:spPr>
      </p:pic>
      <p:pic>
        <p:nvPicPr>
          <p:cNvPr id="3" name="Image 1" descr="Logotipo de BioImage-Repro UAM">    </p:cNvPr>
          <p:cNvPicPr>
            <a:picLocks noChangeAspect="1"/>
          </p:cNvPicPr>
          <p:nvPr/>
        </p:nvPicPr>
        <p:blipFill>
          <a:blip r:embed="rId2"/>
          <a:srcRect l="-351" r="-351" t="0" b="0"/>
          <a:stretch/>
        </p:blipFill>
        <p:spPr>
          <a:xfrm>
            <a:off x="10972800" y="228600"/>
            <a:ext cx="406400" cy="406400"/>
          </a:xfrm>
          <a:prstGeom prst="rect">
            <a:avLst/>
          </a:prstGeom>
        </p:spPr>
      </p:pic>
      <p:sp>
        <p:nvSpPr>
          <p:cNvPr id="4"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3480F"/>
                </a:solidFill>
                <a:latin typeface="IBM Plex Sans" pitchFamily="34" charset="0"/>
                <a:ea typeface="IBM Plex Sans" pitchFamily="34" charset="-122"/>
                <a:cs typeface="IBM Plex Sans" pitchFamily="34" charset="-120"/>
              </a:rPr>
              <a:t>EL PROBLEMA</a:t>
            </a:r>
            <a:endParaRPr lang="en-US" sz="1200" dirty="0"/>
          </a:p>
        </p:txBody>
      </p:sp>
      <p:sp>
        <p:nvSpPr>
          <p:cNvPr id="5" name="Text 1"/>
          <p:cNvSpPr/>
          <p:nvPr>
            <p:ph type="title"/>
          </p:nvPr>
        </p:nvSpPr>
        <p:spPr>
          <a:xfrm>
            <a:off x="812800" y="1102320"/>
            <a:ext cx="10883392" cy="919361"/>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0C2A3E"/>
                </a:solidFill>
                <a:latin typeface="EB Garamond" pitchFamily="18" charset="0"/>
                <a:ea typeface="EB Garamond" pitchFamily="18" charset="-122"/>
                <a:cs typeface="EB Garamond" pitchFamily="18" charset="-120"/>
              </a:rPr>
              <a:t>¿Para qué sirve la inteligencia artificial en la educación y la investigación?</a:t>
            </a:r>
            <a:endParaRPr lang="en-US" sz="3200" dirty="0"/>
          </a:p>
        </p:txBody>
      </p:sp>
      <p:sp>
        <p:nvSpPr>
          <p:cNvPr id="6" name="Shape 2"/>
          <p:cNvSpPr/>
          <p:nvPr/>
        </p:nvSpPr>
        <p:spPr>
          <a:xfrm>
            <a:off x="819150" y="2256631"/>
            <a:ext cx="3407767" cy="1775222"/>
          </a:xfrm>
          <a:prstGeom prst="roundRect">
            <a:avLst>
              <a:gd name="adj" fmla="val 6796"/>
            </a:avLst>
          </a:prstGeom>
          <a:solidFill>
            <a:srgbClr val="FCFDFD"/>
          </a:solidFill>
          <a:ln w="12700">
            <a:solidFill>
              <a:srgbClr val="D5E3EA"/>
            </a:solidFill>
            <a:prstDash val="solid"/>
          </a:ln>
        </p:spPr>
      </p:sp>
      <p:pic>
        <p:nvPicPr>
          <p:cNvPr id="7" name="Image 2" descr="Search">    </p:cNvPr>
          <p:cNvPicPr>
            <a:picLocks noChangeAspect="1"/>
          </p:cNvPicPr>
          <p:nvPr/>
        </p:nvPicPr>
        <p:blipFill>
          <a:blip r:embed="rId3"/>
          <a:srcRect l="0" r="0" t="0" b="0"/>
          <a:stretch/>
        </p:blipFill>
        <p:spPr>
          <a:xfrm>
            <a:off x="1054100" y="2491581"/>
            <a:ext cx="355600" cy="355600"/>
          </a:xfrm>
          <a:prstGeom prst="rect">
            <a:avLst/>
          </a:prstGeom>
        </p:spPr>
      </p:pic>
      <p:sp>
        <p:nvSpPr>
          <p:cNvPr id="8" name="Text 3"/>
          <p:cNvSpPr/>
          <p:nvPr/>
        </p:nvSpPr>
        <p:spPr>
          <a:xfrm>
            <a:off x="1054100" y="2936081"/>
            <a:ext cx="3026003"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C2A3E"/>
                </a:solidFill>
                <a:latin typeface="IBM Plex Sans" pitchFamily="34" charset="0"/>
                <a:ea typeface="IBM Plex Sans" pitchFamily="34" charset="-122"/>
                <a:cs typeface="IBM Plex Sans" pitchFamily="34" charset="-120"/>
              </a:rPr>
              <a:t>Analizar imágenes</a:t>
            </a:r>
            <a:endParaRPr lang="en-US" sz="1800" dirty="0"/>
          </a:p>
        </p:txBody>
      </p:sp>
      <p:sp>
        <p:nvSpPr>
          <p:cNvPr id="9" name="Text 4"/>
          <p:cNvSpPr/>
          <p:nvPr/>
        </p:nvSpPr>
        <p:spPr>
          <a:xfrm>
            <a:off x="1054100" y="3299222"/>
            <a:ext cx="3026003"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E5566"/>
                </a:solidFill>
                <a:latin typeface="IBM Plex Sans" pitchFamily="34" charset="0"/>
                <a:ea typeface="IBM Plex Sans" pitchFamily="34" charset="-122"/>
                <a:cs typeface="IBM Plex Sans" pitchFamily="34" charset="-120"/>
              </a:rPr>
              <a:t>Encontrar y medir lo que hay en una imagen, sin cansarse.</a:t>
            </a:r>
            <a:endParaRPr lang="en-US" sz="1400" dirty="0"/>
          </a:p>
        </p:txBody>
      </p:sp>
      <p:sp>
        <p:nvSpPr>
          <p:cNvPr id="10" name="Shape 5"/>
          <p:cNvSpPr/>
          <p:nvPr/>
        </p:nvSpPr>
        <p:spPr>
          <a:xfrm>
            <a:off x="4392017" y="2256631"/>
            <a:ext cx="3407866" cy="1775222"/>
          </a:xfrm>
          <a:prstGeom prst="roundRect">
            <a:avLst>
              <a:gd name="adj" fmla="val 6796"/>
            </a:avLst>
          </a:prstGeom>
          <a:solidFill>
            <a:srgbClr val="FCFDFD"/>
          </a:solidFill>
          <a:ln w="12700">
            <a:solidFill>
              <a:srgbClr val="D5E3EA"/>
            </a:solidFill>
            <a:prstDash val="solid"/>
          </a:ln>
        </p:spPr>
      </p:sp>
      <p:pic>
        <p:nvPicPr>
          <p:cNvPr id="11" name="Image 3" descr="Activity">    </p:cNvPr>
          <p:cNvPicPr>
            <a:picLocks noChangeAspect="1"/>
          </p:cNvPicPr>
          <p:nvPr/>
        </p:nvPicPr>
        <p:blipFill>
          <a:blip r:embed="rId4"/>
          <a:srcRect l="0" r="0" t="0" b="0"/>
          <a:stretch/>
        </p:blipFill>
        <p:spPr>
          <a:xfrm>
            <a:off x="4626967" y="2491581"/>
            <a:ext cx="355600" cy="355600"/>
          </a:xfrm>
          <a:prstGeom prst="rect">
            <a:avLst/>
          </a:prstGeom>
        </p:spPr>
      </p:pic>
      <p:sp>
        <p:nvSpPr>
          <p:cNvPr id="12" name="Text 6"/>
          <p:cNvSpPr/>
          <p:nvPr/>
        </p:nvSpPr>
        <p:spPr>
          <a:xfrm>
            <a:off x="4626967" y="2936081"/>
            <a:ext cx="3026105"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C2A3E"/>
                </a:solidFill>
                <a:latin typeface="IBM Plex Sans" pitchFamily="34" charset="0"/>
                <a:ea typeface="IBM Plex Sans" pitchFamily="34" charset="-122"/>
                <a:cs typeface="IBM Plex Sans" pitchFamily="34" charset="-120"/>
              </a:rPr>
              <a:t>Microscopía</a:t>
            </a:r>
            <a:endParaRPr lang="en-US" sz="1800" dirty="0"/>
          </a:p>
        </p:txBody>
      </p:sp>
      <p:sp>
        <p:nvSpPr>
          <p:cNvPr id="13" name="Text 7"/>
          <p:cNvSpPr/>
          <p:nvPr/>
        </p:nvSpPr>
        <p:spPr>
          <a:xfrm>
            <a:off x="4626967" y="3299222"/>
            <a:ext cx="3026105"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E5566"/>
                </a:solidFill>
                <a:latin typeface="IBM Plex Sans" pitchFamily="34" charset="0"/>
                <a:ea typeface="IBM Plex Sans" pitchFamily="34" charset="-122"/>
                <a:cs typeface="IBM Plex Sans" pitchFamily="34" charset="-120"/>
              </a:rPr>
              <a:t>Permite ver células, por ejemplo los espermatozoides.</a:t>
            </a:r>
            <a:endParaRPr lang="en-US" sz="1400" dirty="0"/>
          </a:p>
        </p:txBody>
      </p:sp>
      <p:sp>
        <p:nvSpPr>
          <p:cNvPr id="14" name="Shape 8"/>
          <p:cNvSpPr/>
          <p:nvPr/>
        </p:nvSpPr>
        <p:spPr>
          <a:xfrm>
            <a:off x="7964984" y="2256631"/>
            <a:ext cx="3407866" cy="1775222"/>
          </a:xfrm>
          <a:prstGeom prst="roundRect">
            <a:avLst>
              <a:gd name="adj" fmla="val 6796"/>
            </a:avLst>
          </a:prstGeom>
          <a:solidFill>
            <a:srgbClr val="FCFDFD"/>
          </a:solidFill>
          <a:ln w="12700">
            <a:solidFill>
              <a:srgbClr val="D5E3EA"/>
            </a:solidFill>
            <a:prstDash val="solid"/>
          </a:ln>
        </p:spPr>
      </p:sp>
      <p:pic>
        <p:nvPicPr>
          <p:cNvPr id="15" name="Image 4" descr="Chart">    </p:cNvPr>
          <p:cNvPicPr>
            <a:picLocks noChangeAspect="1"/>
          </p:cNvPicPr>
          <p:nvPr/>
        </p:nvPicPr>
        <p:blipFill>
          <a:blip r:embed="rId5"/>
          <a:srcRect l="0" r="0" t="0" b="0"/>
          <a:stretch/>
        </p:blipFill>
        <p:spPr>
          <a:xfrm>
            <a:off x="8199934" y="2491581"/>
            <a:ext cx="355600" cy="355600"/>
          </a:xfrm>
          <a:prstGeom prst="rect">
            <a:avLst/>
          </a:prstGeom>
        </p:spPr>
      </p:pic>
      <p:sp>
        <p:nvSpPr>
          <p:cNvPr id="16" name="Text 9"/>
          <p:cNvSpPr/>
          <p:nvPr/>
        </p:nvSpPr>
        <p:spPr>
          <a:xfrm>
            <a:off x="8199934" y="2936081"/>
            <a:ext cx="3026105"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C2A3E"/>
                </a:solidFill>
                <a:latin typeface="IBM Plex Sans" pitchFamily="34" charset="0"/>
                <a:ea typeface="IBM Plex Sans" pitchFamily="34" charset="-122"/>
                <a:cs typeface="IBM Plex Sans" pitchFamily="34" charset="-120"/>
              </a:rPr>
              <a:t>Medir cambios</a:t>
            </a:r>
            <a:endParaRPr lang="en-US" sz="1800" dirty="0"/>
          </a:p>
        </p:txBody>
      </p:sp>
      <p:sp>
        <p:nvSpPr>
          <p:cNvPr id="17" name="Text 10"/>
          <p:cNvSpPr/>
          <p:nvPr/>
        </p:nvSpPr>
        <p:spPr>
          <a:xfrm>
            <a:off x="8199934" y="3299222"/>
            <a:ext cx="3026105"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E5566"/>
                </a:solidFill>
                <a:latin typeface="IBM Plex Sans" pitchFamily="34" charset="0"/>
                <a:ea typeface="IBM Plex Sans" pitchFamily="34" charset="-122"/>
                <a:cs typeface="IBM Plex Sans" pitchFamily="34" charset="-120"/>
              </a:rPr>
              <a:t>Ver cómo cambian de tamaño y de forma bajo ciertas condiciones.</a:t>
            </a:r>
            <a:endParaRPr lang="en-US" sz="1400" dirty="0"/>
          </a:p>
        </p:txBody>
      </p:sp>
      <p:sp>
        <p:nvSpPr>
          <p:cNvPr id="18" name="Shape 11"/>
          <p:cNvSpPr/>
          <p:nvPr/>
        </p:nvSpPr>
        <p:spPr>
          <a:xfrm>
            <a:off x="812800" y="4292203"/>
            <a:ext cx="10566400" cy="660400"/>
          </a:xfrm>
          <a:prstGeom prst="roundRect">
            <a:avLst>
              <a:gd name="adj" fmla="val 19231"/>
            </a:avLst>
          </a:prstGeom>
          <a:solidFill>
            <a:srgbClr val="0B1F2E"/>
          </a:solidFill>
          <a:ln/>
        </p:spPr>
      </p:sp>
      <p:pic>
        <p:nvPicPr>
          <p:cNvPr id="19" name="Image 5" descr="Lightbulb">    </p:cNvPr>
          <p:cNvPicPr>
            <a:picLocks noChangeAspect="1"/>
          </p:cNvPicPr>
          <p:nvPr/>
        </p:nvPicPr>
        <p:blipFill>
          <a:blip r:embed="rId6"/>
          <a:srcRect l="0" r="0" t="0" b="0"/>
          <a:stretch/>
        </p:blipFill>
        <p:spPr>
          <a:xfrm>
            <a:off x="1041400" y="4470003"/>
            <a:ext cx="304800" cy="304800"/>
          </a:xfrm>
          <a:prstGeom prst="rect">
            <a:avLst/>
          </a:prstGeom>
        </p:spPr>
      </p:pic>
      <p:sp>
        <p:nvSpPr>
          <p:cNvPr id="20" name="Text 12"/>
          <p:cNvSpPr/>
          <p:nvPr/>
        </p:nvSpPr>
        <p:spPr>
          <a:xfrm>
            <a:off x="1473200" y="4493816"/>
            <a:ext cx="9658588"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F1F6F8"/>
                </a:solidFill>
                <a:latin typeface="IBM Plex Sans" pitchFamily="34" charset="0"/>
                <a:ea typeface="IBM Plex Sans" pitchFamily="34" charset="-122"/>
                <a:cs typeface="IBM Plex Sans" pitchFamily="34" charset="-120"/>
              </a:rPr>
              <a:t>En lugar de escribir reglas, se muestran ejemplos: el modelo no recibe reglas, recibe ejemplos.</a:t>
            </a:r>
            <a:endParaRPr lang="en-US" sz="1500" dirty="0"/>
          </a:p>
        </p:txBody>
      </p:sp>
      <p:sp>
        <p:nvSpPr>
          <p:cNvPr id="21" name="Text 13"/>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7280"/>
                </a:solidFill>
                <a:latin typeface="IBM Plex Sans" pitchFamily="34" charset="0"/>
                <a:ea typeface="IBM Plex Sans" pitchFamily="34" charset="-122"/>
                <a:cs typeface="IBM Plex Sans" pitchFamily="34" charset="-120"/>
              </a:rPr>
              <a:t>BioImage-Repro UAM · Módulo 1 · Video 1</a:t>
            </a:r>
            <a:endParaRPr lang="en-US" sz="1200" dirty="0"/>
          </a:p>
        </p:txBody>
      </p:sp>
      <p:sp>
        <p:nvSpPr>
          <p:cNvPr id="22" name="Text 14"/>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7280"/>
                </a:solidFill>
                <a:latin typeface="IBM Plex Sans" pitchFamily="34" charset="0"/>
                <a:ea typeface="IBM Plex Sans" pitchFamily="34" charset="-122"/>
                <a:cs typeface="IBM Plex Sans" pitchFamily="34" charset="-120"/>
              </a:rPr>
              <a:t>5 / 19</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1F2E"/>
        </a:solidFill>
      </p:bgPr>
    </p:bg>
    <p:spTree>
      <p:nvGrpSpPr>
        <p:cNvPr id="1" name=""/>
        <p:cNvGrpSpPr/>
        <p:nvPr/>
      </p:nvGrpSpPr>
      <p:grpSpPr>
        <a:xfrm>
          <a:off x="0" y="0"/>
          <a:ext cx="0" cy="0"/>
          <a:chOff x="0" y="0"/>
          <a:chExt cx="0" cy="0"/>
        </a:xfrm>
      </p:grpSpPr>
      <p:pic>
        <p:nvPicPr>
          <p:cNvPr id="2" name="Image 0" descr="UAM Unidad Iztapalapa">    </p:cNvPr>
          <p:cNvPicPr>
            <a:picLocks noChangeAspect="1"/>
          </p:cNvPicPr>
          <p:nvPr/>
        </p:nvPicPr>
        <p:blipFill>
          <a:blip r:embed="rId1"/>
          <a:srcRect l="-363" r="-363" t="0" b="0"/>
          <a:stretch/>
        </p:blipFill>
        <p:spPr>
          <a:xfrm>
            <a:off x="10261600" y="228600"/>
            <a:ext cx="508000" cy="406400"/>
          </a:xfrm>
          <a:prstGeom prst="rect">
            <a:avLst/>
          </a:prstGeom>
        </p:spPr>
      </p:pic>
      <p:pic>
        <p:nvPicPr>
          <p:cNvPr id="3" name="Image 1" descr="Logotipo de BioImage-Repro UAM">    </p:cNvPr>
          <p:cNvPicPr>
            <a:picLocks noChangeAspect="1"/>
          </p:cNvPicPr>
          <p:nvPr/>
        </p:nvPicPr>
        <p:blipFill>
          <a:blip r:embed="rId2"/>
          <a:srcRect l="-351" r="-351" t="0" b="0"/>
          <a:stretch/>
        </p:blipFill>
        <p:spPr>
          <a:xfrm>
            <a:off x="10972800" y="228600"/>
            <a:ext cx="406400" cy="406400"/>
          </a:xfrm>
          <a:prstGeom prst="rect">
            <a:avLst/>
          </a:prstGeom>
        </p:spPr>
      </p:pic>
      <p:sp>
        <p:nvSpPr>
          <p:cNvPr id="4"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4A259"/>
                </a:solidFill>
                <a:latin typeface="IBM Plex Sans" pitchFamily="34" charset="0"/>
                <a:ea typeface="IBM Plex Sans" pitchFamily="34" charset="-122"/>
                <a:cs typeface="IBM Plex Sans" pitchFamily="34" charset="-120"/>
              </a:rPr>
              <a:t>EL PROBLEMA</a:t>
            </a:r>
            <a:endParaRPr lang="en-US" sz="1200" dirty="0"/>
          </a:p>
        </p:txBody>
      </p:sp>
      <p:sp>
        <p:nvSpPr>
          <p:cNvPr id="5" name="Text 1"/>
          <p:cNvSpPr/>
          <p:nvPr>
            <p:ph type="title"/>
          </p:nvPr>
        </p:nvSpPr>
        <p:spPr>
          <a:xfrm>
            <a:off x="812800" y="11023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1F6F8"/>
                </a:solidFill>
                <a:latin typeface="EB Garamond" pitchFamily="18" charset="0"/>
                <a:ea typeface="EB Garamond" pitchFamily="18" charset="-122"/>
                <a:cs typeface="EB Garamond" pitchFamily="18" charset="-120"/>
              </a:rPr>
              <a:t>Microscopía de fluorescencia</a:t>
            </a:r>
            <a:endParaRPr lang="en-US" sz="3600" dirty="0"/>
          </a:p>
        </p:txBody>
      </p:sp>
      <p:pic>
        <p:nvPicPr>
          <p:cNvPr id="6" name="Image 2" descr="Dos espermatozoides brillantes, con cabeza anaranjada y cola verde, sobre un fondo oscuro">    </p:cNvPr>
          <p:cNvPicPr>
            <a:picLocks noChangeAspect="1"/>
          </p:cNvPicPr>
          <p:nvPr/>
        </p:nvPicPr>
        <p:blipFill>
          <a:blip r:embed="rId3"/>
          <a:srcRect l="0" r="0" t="0" b="0"/>
          <a:stretch/>
        </p:blipFill>
        <p:spPr>
          <a:xfrm>
            <a:off x="812800" y="1859161"/>
            <a:ext cx="4826000" cy="2540000"/>
          </a:xfrm>
          <a:prstGeom prst="rect">
            <a:avLst/>
          </a:prstGeom>
        </p:spPr>
      </p:pic>
      <p:sp>
        <p:nvSpPr>
          <p:cNvPr id="7" name="Text 2"/>
          <p:cNvSpPr/>
          <p:nvPr/>
        </p:nvSpPr>
        <p:spPr>
          <a:xfrm>
            <a:off x="812800" y="4475361"/>
            <a:ext cx="497078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9B8"/>
                </a:solidFill>
                <a:latin typeface="IBM Plex Sans" pitchFamily="34" charset="0"/>
                <a:ea typeface="IBM Plex Sans" pitchFamily="34" charset="-122"/>
                <a:cs typeface="IBM Plex Sans" pitchFamily="34" charset="-120"/>
              </a:rPr>
              <a:t>Lo teñido brilla; lo demás queda oscuro.</a:t>
            </a:r>
            <a:endParaRPr lang="en-US" sz="1200" dirty="0"/>
          </a:p>
        </p:txBody>
      </p:sp>
      <p:sp>
        <p:nvSpPr>
          <p:cNvPr id="8" name="Text 3"/>
          <p:cNvSpPr/>
          <p:nvPr/>
        </p:nvSpPr>
        <p:spPr>
          <a:xfrm>
            <a:off x="5994400" y="2299891"/>
            <a:ext cx="330200" cy="381000"/>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F4A259"/>
                </a:solidFill>
                <a:latin typeface="EB Garamond" pitchFamily="18" charset="0"/>
                <a:ea typeface="EB Garamond" pitchFamily="18" charset="-122"/>
                <a:cs typeface="EB Garamond" pitchFamily="18" charset="-120"/>
              </a:rPr>
              <a:t>1</a:t>
            </a:r>
            <a:endParaRPr lang="en-US" sz="2800" dirty="0"/>
          </a:p>
        </p:txBody>
      </p:sp>
      <p:sp>
        <p:nvSpPr>
          <p:cNvPr id="9" name="Text 4"/>
          <p:cNvSpPr/>
          <p:nvPr/>
        </p:nvSpPr>
        <p:spPr>
          <a:xfrm>
            <a:off x="6400800" y="2349103"/>
            <a:ext cx="4915138"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F1F6F8"/>
                </a:solidFill>
                <a:latin typeface="IBM Plex Sans" pitchFamily="34" charset="0"/>
                <a:ea typeface="IBM Plex Sans" pitchFamily="34" charset="-122"/>
                <a:cs typeface="IBM Plex Sans" pitchFamily="34" charset="-120"/>
              </a:rPr>
              <a:t>La célula se tiñe con un colorante: un fluoróforo.</a:t>
            </a:r>
            <a:endParaRPr lang="en-US" sz="1500" dirty="0"/>
          </a:p>
        </p:txBody>
      </p:sp>
      <p:sp>
        <p:nvSpPr>
          <p:cNvPr id="10" name="Text 5"/>
          <p:cNvSpPr/>
          <p:nvPr/>
        </p:nvSpPr>
        <p:spPr>
          <a:xfrm>
            <a:off x="5994400" y="2795191"/>
            <a:ext cx="330200" cy="381000"/>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F4A259"/>
                </a:solidFill>
                <a:latin typeface="EB Garamond" pitchFamily="18" charset="0"/>
                <a:ea typeface="EB Garamond" pitchFamily="18" charset="-122"/>
                <a:cs typeface="EB Garamond" pitchFamily="18" charset="-120"/>
              </a:rPr>
              <a:t>2</a:t>
            </a:r>
            <a:endParaRPr lang="en-US" sz="2800" dirty="0"/>
          </a:p>
        </p:txBody>
      </p:sp>
      <p:sp>
        <p:nvSpPr>
          <p:cNvPr id="11" name="Text 6"/>
          <p:cNvSpPr/>
          <p:nvPr/>
        </p:nvSpPr>
        <p:spPr>
          <a:xfrm>
            <a:off x="6400800" y="2844403"/>
            <a:ext cx="4744641"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F1F6F8"/>
                </a:solidFill>
                <a:latin typeface="IBM Plex Sans" pitchFamily="34" charset="0"/>
                <a:ea typeface="IBM Plex Sans" pitchFamily="34" charset="-122"/>
                <a:cs typeface="IBM Plex Sans" pitchFamily="34" charset="-120"/>
              </a:rPr>
              <a:t>Absorbe luz de un color y devuelve luz de otro.</a:t>
            </a:r>
            <a:endParaRPr lang="en-US" sz="1500" dirty="0"/>
          </a:p>
        </p:txBody>
      </p:sp>
      <p:sp>
        <p:nvSpPr>
          <p:cNvPr id="12" name="Text 7"/>
          <p:cNvSpPr/>
          <p:nvPr/>
        </p:nvSpPr>
        <p:spPr>
          <a:xfrm>
            <a:off x="5994400" y="3290491"/>
            <a:ext cx="330200" cy="381000"/>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F4A259"/>
                </a:solidFill>
                <a:latin typeface="EB Garamond" pitchFamily="18" charset="0"/>
                <a:ea typeface="EB Garamond" pitchFamily="18" charset="-122"/>
                <a:cs typeface="EB Garamond" pitchFamily="18" charset="-120"/>
              </a:rPr>
              <a:t>3</a:t>
            </a:r>
            <a:endParaRPr lang="en-US" sz="2800" dirty="0"/>
          </a:p>
        </p:txBody>
      </p:sp>
      <p:sp>
        <p:nvSpPr>
          <p:cNvPr id="13" name="Text 8"/>
          <p:cNvSpPr/>
          <p:nvPr/>
        </p:nvSpPr>
        <p:spPr>
          <a:xfrm>
            <a:off x="6400800" y="3339703"/>
            <a:ext cx="3604617"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F1F6F8"/>
                </a:solidFill>
                <a:latin typeface="IBM Plex Sans" pitchFamily="34" charset="0"/>
                <a:ea typeface="IBM Plex Sans" pitchFamily="34" charset="-122"/>
                <a:cs typeface="IBM Plex Sans" pitchFamily="34" charset="-120"/>
              </a:rPr>
              <a:t>El microscopio filtra todo lo demás.</a:t>
            </a:r>
            <a:endParaRPr lang="en-US" sz="1500" dirty="0"/>
          </a:p>
        </p:txBody>
      </p:sp>
      <p:sp>
        <p:nvSpPr>
          <p:cNvPr id="14" name="Text 9"/>
          <p:cNvSpPr/>
          <p:nvPr/>
        </p:nvSpPr>
        <p:spPr>
          <a:xfrm>
            <a:off x="5994400" y="3785791"/>
            <a:ext cx="5546344"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3D7E2"/>
                </a:solidFill>
                <a:latin typeface="IBM Plex Sans" pitchFamily="34" charset="0"/>
                <a:ea typeface="IBM Plex Sans" pitchFamily="34" charset="-122"/>
                <a:cs typeface="IBM Plex Sans" pitchFamily="34" charset="-120"/>
              </a:rPr>
              <a:t>En estas imágenes: cabezas rojas o anaranjadas, colas verde amarillento y fondo casi negro. Mucho contraste.</a:t>
            </a:r>
            <a:endParaRPr lang="en-US" sz="1300" dirty="0"/>
          </a:p>
        </p:txBody>
      </p:sp>
      <p:sp>
        <p:nvSpPr>
          <p:cNvPr id="15" name="Text 10"/>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9B8"/>
                </a:solidFill>
                <a:latin typeface="IBM Plex Sans" pitchFamily="34" charset="0"/>
                <a:ea typeface="IBM Plex Sans" pitchFamily="34" charset="-122"/>
                <a:cs typeface="IBM Plex Sans" pitchFamily="34" charset="-120"/>
              </a:rPr>
              <a:t>BioImage-Repro UAM · Módulo 1 · Video 1</a:t>
            </a:r>
            <a:endParaRPr lang="en-US" sz="1200" dirty="0"/>
          </a:p>
        </p:txBody>
      </p:sp>
      <p:sp>
        <p:nvSpPr>
          <p:cNvPr id="16" name="Text 11"/>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FA9B8"/>
                </a:solidFill>
                <a:latin typeface="IBM Plex Sans" pitchFamily="34" charset="0"/>
                <a:ea typeface="IBM Plex Sans" pitchFamily="34" charset="-122"/>
                <a:cs typeface="IBM Plex Sans" pitchFamily="34" charset="-120"/>
              </a:rPr>
              <a:t>6 / 19</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8FA"/>
        </a:solidFill>
      </p:bgPr>
    </p:bg>
    <p:spTree>
      <p:nvGrpSpPr>
        <p:cNvPr id="1" name=""/>
        <p:cNvGrpSpPr/>
        <p:nvPr/>
      </p:nvGrpSpPr>
      <p:grpSpPr>
        <a:xfrm>
          <a:off x="0" y="0"/>
          <a:ext cx="0" cy="0"/>
          <a:chOff x="0" y="0"/>
          <a:chExt cx="0" cy="0"/>
        </a:xfrm>
      </p:grpSpPr>
      <p:pic>
        <p:nvPicPr>
          <p:cNvPr id="2" name="Image 0" descr="UAM Unidad Iztapalapa">    </p:cNvPr>
          <p:cNvPicPr>
            <a:picLocks noChangeAspect="1"/>
          </p:cNvPicPr>
          <p:nvPr/>
        </p:nvPicPr>
        <p:blipFill>
          <a:blip r:embed="rId1"/>
          <a:srcRect l="-363" r="-363" t="0" b="0"/>
          <a:stretch/>
        </p:blipFill>
        <p:spPr>
          <a:xfrm>
            <a:off x="10261600" y="228600"/>
            <a:ext cx="508000" cy="406400"/>
          </a:xfrm>
          <a:prstGeom prst="rect">
            <a:avLst/>
          </a:prstGeom>
        </p:spPr>
      </p:pic>
      <p:pic>
        <p:nvPicPr>
          <p:cNvPr id="3" name="Image 1" descr="Logotipo de BioImage-Repro UAM">    </p:cNvPr>
          <p:cNvPicPr>
            <a:picLocks noChangeAspect="1"/>
          </p:cNvPicPr>
          <p:nvPr/>
        </p:nvPicPr>
        <p:blipFill>
          <a:blip r:embed="rId2"/>
          <a:srcRect l="-351" r="-351" t="0" b="0"/>
          <a:stretch/>
        </p:blipFill>
        <p:spPr>
          <a:xfrm>
            <a:off x="10972800" y="228600"/>
            <a:ext cx="406400" cy="406400"/>
          </a:xfrm>
          <a:prstGeom prst="rect">
            <a:avLst/>
          </a:prstGeom>
        </p:spPr>
      </p:pic>
      <p:sp>
        <p:nvSpPr>
          <p:cNvPr id="4"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3480F"/>
                </a:solidFill>
                <a:latin typeface="IBM Plex Sans" pitchFamily="34" charset="0"/>
                <a:ea typeface="IBM Plex Sans" pitchFamily="34" charset="-122"/>
                <a:cs typeface="IBM Plex Sans" pitchFamily="34" charset="-120"/>
              </a:rPr>
              <a:t>CASO DE ESTUDIO</a:t>
            </a:r>
            <a:endParaRPr lang="en-US" sz="1200" dirty="0"/>
          </a:p>
        </p:txBody>
      </p:sp>
      <p:sp>
        <p:nvSpPr>
          <p:cNvPr id="5" name="Text 1"/>
          <p:cNvSpPr/>
          <p:nvPr>
            <p:ph type="title"/>
          </p:nvPr>
        </p:nvSpPr>
        <p:spPr>
          <a:xfrm>
            <a:off x="812800" y="11023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0C2A3E"/>
                </a:solidFill>
                <a:latin typeface="EB Garamond" pitchFamily="18" charset="0"/>
                <a:ea typeface="EB Garamond" pitchFamily="18" charset="-122"/>
                <a:cs typeface="EB Garamond" pitchFamily="18" charset="-120"/>
              </a:rPr>
              <a:t>Contar y medir espermatozoides en imágenes de microscopio</a:t>
            </a:r>
            <a:endParaRPr lang="en-US" sz="3200" dirty="0"/>
          </a:p>
        </p:txBody>
      </p:sp>
      <p:pic>
        <p:nvPicPr>
          <p:cNvPr id="6" name="Image 2" descr="Ilustración de una imagen de fluorescencia con varias cabezas brillantes y colas, algunas pegadas">    </p:cNvPr>
          <p:cNvPicPr>
            <a:picLocks noChangeAspect="1"/>
          </p:cNvPicPr>
          <p:nvPr/>
        </p:nvPicPr>
        <p:blipFill>
          <a:blip r:embed="rId3"/>
          <a:srcRect l="0" r="0" t="0" b="0"/>
          <a:stretch/>
        </p:blipFill>
        <p:spPr>
          <a:xfrm>
            <a:off x="812800" y="1777901"/>
            <a:ext cx="5715000" cy="2984500"/>
          </a:xfrm>
          <a:prstGeom prst="rect">
            <a:avLst/>
          </a:prstGeom>
        </p:spPr>
      </p:pic>
      <p:sp>
        <p:nvSpPr>
          <p:cNvPr id="7" name="Text 2"/>
          <p:cNvSpPr/>
          <p:nvPr/>
        </p:nvSpPr>
        <p:spPr>
          <a:xfrm>
            <a:off x="6832600" y="2447330"/>
            <a:ext cx="4682998"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0C2A3E"/>
                </a:solidFill>
                <a:latin typeface="IBM Plex Sans" pitchFamily="34" charset="0"/>
                <a:ea typeface="IBM Plex Sans" pitchFamily="34" charset="-122"/>
                <a:cs typeface="IBM Plex Sans" pitchFamily="34" charset="-120"/>
              </a:rPr>
              <a:t>¿Cuántos hay en esta imagen?</a:t>
            </a:r>
            <a:endParaRPr lang="en-US" sz="2000" dirty="0"/>
          </a:p>
        </p:txBody>
      </p:sp>
      <p:sp>
        <p:nvSpPr>
          <p:cNvPr id="8" name="Text 3"/>
          <p:cNvSpPr/>
          <p:nvPr/>
        </p:nvSpPr>
        <p:spPr>
          <a:xfrm>
            <a:off x="6832600" y="2879130"/>
            <a:ext cx="4682998"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E5566"/>
                </a:solidFill>
                <a:latin typeface="IBM Plex Sans" pitchFamily="34" charset="0"/>
                <a:ea typeface="IBM Plex Sans" pitchFamily="34" charset="-122"/>
                <a:cs typeface="IBM Plex Sans" pitchFamily="34" charset="-120"/>
              </a:rPr>
              <a:t>Lo primero es contarlos con la vista, uno por uno.</a:t>
            </a:r>
            <a:endParaRPr lang="en-US" sz="1400" dirty="0"/>
          </a:p>
        </p:txBody>
      </p:sp>
      <p:sp>
        <p:nvSpPr>
          <p:cNvPr id="9" name="Text 4"/>
          <p:cNvSpPr/>
          <p:nvPr/>
        </p:nvSpPr>
        <p:spPr>
          <a:xfrm>
            <a:off x="6832600" y="3254970"/>
            <a:ext cx="4682998"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E5566"/>
                </a:solidFill>
                <a:latin typeface="IBM Plex Sans" pitchFamily="34" charset="0"/>
                <a:ea typeface="IBM Plex Sans" pitchFamily="34" charset="-122"/>
                <a:cs typeface="IBM Plex Sans" pitchFamily="34" charset="-120"/>
              </a:rPr>
              <a:t>Y si además hay que medir cada uno, ya no basta con mirar.</a:t>
            </a:r>
            <a:endParaRPr lang="en-US" sz="1400" dirty="0"/>
          </a:p>
        </p:txBody>
      </p:sp>
      <p:sp>
        <p:nvSpPr>
          <p:cNvPr id="10" name="Text 5"/>
          <p:cNvSpPr/>
          <p:nvPr/>
        </p:nvSpPr>
        <p:spPr>
          <a:xfrm>
            <a:off x="6832600" y="3879652"/>
            <a:ext cx="468299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7280"/>
                </a:solidFill>
                <a:latin typeface="IBM Plex Sans" pitchFamily="34" charset="0"/>
                <a:ea typeface="IBM Plex Sans" pitchFamily="34" charset="-122"/>
                <a:cs typeface="IBM Plex Sans" pitchFamily="34" charset="-120"/>
              </a:rPr>
              <a:t>Ilustración esquemática.</a:t>
            </a:r>
            <a:endParaRPr lang="en-US" sz="1200" dirty="0"/>
          </a:p>
        </p:txBody>
      </p:sp>
      <p:sp>
        <p:nvSpPr>
          <p:cNvPr id="11" name="Text 6"/>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7280"/>
                </a:solidFill>
                <a:latin typeface="IBM Plex Sans" pitchFamily="34" charset="0"/>
                <a:ea typeface="IBM Plex Sans" pitchFamily="34" charset="-122"/>
                <a:cs typeface="IBM Plex Sans" pitchFamily="34" charset="-120"/>
              </a:rPr>
              <a:t>BioImage-Repro UAM · Módulo 1 · Video 1</a:t>
            </a:r>
            <a:endParaRPr lang="en-US" sz="1200" dirty="0"/>
          </a:p>
        </p:txBody>
      </p:sp>
      <p:sp>
        <p:nvSpPr>
          <p:cNvPr id="12" name="Text 7"/>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7280"/>
                </a:solidFill>
                <a:latin typeface="IBM Plex Sans" pitchFamily="34" charset="0"/>
                <a:ea typeface="IBM Plex Sans" pitchFamily="34" charset="-122"/>
                <a:cs typeface="IBM Plex Sans" pitchFamily="34" charset="-120"/>
              </a:rPr>
              <a:t>7 / 19</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8FA"/>
        </a:solidFill>
      </p:bgPr>
    </p:bg>
    <p:spTree>
      <p:nvGrpSpPr>
        <p:cNvPr id="1" name=""/>
        <p:cNvGrpSpPr/>
        <p:nvPr/>
      </p:nvGrpSpPr>
      <p:grpSpPr>
        <a:xfrm>
          <a:off x="0" y="0"/>
          <a:ext cx="0" cy="0"/>
          <a:chOff x="0" y="0"/>
          <a:chExt cx="0" cy="0"/>
        </a:xfrm>
      </p:grpSpPr>
      <p:pic>
        <p:nvPicPr>
          <p:cNvPr id="2" name="Image 0" descr="UAM Unidad Iztapalapa">    </p:cNvPr>
          <p:cNvPicPr>
            <a:picLocks noChangeAspect="1"/>
          </p:cNvPicPr>
          <p:nvPr/>
        </p:nvPicPr>
        <p:blipFill>
          <a:blip r:embed="rId1"/>
          <a:srcRect l="-363" r="-363" t="0" b="0"/>
          <a:stretch/>
        </p:blipFill>
        <p:spPr>
          <a:xfrm>
            <a:off x="10261600" y="228600"/>
            <a:ext cx="508000" cy="406400"/>
          </a:xfrm>
          <a:prstGeom prst="rect">
            <a:avLst/>
          </a:prstGeom>
        </p:spPr>
      </p:pic>
      <p:pic>
        <p:nvPicPr>
          <p:cNvPr id="3" name="Image 1" descr="Logotipo de BioImage-Repro UAM">    </p:cNvPr>
          <p:cNvPicPr>
            <a:picLocks noChangeAspect="1"/>
          </p:cNvPicPr>
          <p:nvPr/>
        </p:nvPicPr>
        <p:blipFill>
          <a:blip r:embed="rId2"/>
          <a:srcRect l="-351" r="-351" t="0" b="0"/>
          <a:stretch/>
        </p:blipFill>
        <p:spPr>
          <a:xfrm>
            <a:off x="10972800" y="228600"/>
            <a:ext cx="406400" cy="406400"/>
          </a:xfrm>
          <a:prstGeom prst="rect">
            <a:avLst/>
          </a:prstGeom>
        </p:spPr>
      </p:pic>
      <p:sp>
        <p:nvSpPr>
          <p:cNvPr id="4"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3480F"/>
                </a:solidFill>
                <a:latin typeface="IBM Plex Sans" pitchFamily="34" charset="0"/>
                <a:ea typeface="IBM Plex Sans" pitchFamily="34" charset="-122"/>
                <a:cs typeface="IBM Plex Sans" pitchFamily="34" charset="-120"/>
              </a:rPr>
              <a:t>EL PROBLEMA</a:t>
            </a:r>
            <a:endParaRPr lang="en-US" sz="1200" dirty="0"/>
          </a:p>
        </p:txBody>
      </p:sp>
      <p:sp>
        <p:nvSpPr>
          <p:cNvPr id="5" name="Text 1"/>
          <p:cNvSpPr/>
          <p:nvPr>
            <p:ph type="title"/>
          </p:nvPr>
        </p:nvSpPr>
        <p:spPr>
          <a:xfrm>
            <a:off x="812800" y="11023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C2A3E"/>
                </a:solidFill>
                <a:latin typeface="EB Garamond" pitchFamily="18" charset="0"/>
                <a:ea typeface="EB Garamond" pitchFamily="18" charset="-122"/>
                <a:cs typeface="EB Garamond" pitchFamily="18" charset="-120"/>
              </a:rPr>
              <a:t>Qué se quiere medir</a:t>
            </a:r>
            <a:endParaRPr lang="en-US" sz="3600" dirty="0"/>
          </a:p>
        </p:txBody>
      </p:sp>
      <p:sp>
        <p:nvSpPr>
          <p:cNvPr id="6" name="Shape 2"/>
          <p:cNvSpPr/>
          <p:nvPr/>
        </p:nvSpPr>
        <p:spPr>
          <a:xfrm>
            <a:off x="819150" y="1865511"/>
            <a:ext cx="3407767" cy="2074863"/>
          </a:xfrm>
          <a:prstGeom prst="roundRect">
            <a:avLst>
              <a:gd name="adj" fmla="val 5815"/>
            </a:avLst>
          </a:prstGeom>
          <a:solidFill>
            <a:srgbClr val="FCFDFD"/>
          </a:solidFill>
          <a:ln w="12700">
            <a:solidFill>
              <a:srgbClr val="D5E3EA"/>
            </a:solidFill>
            <a:prstDash val="solid"/>
          </a:ln>
        </p:spPr>
      </p:sp>
      <p:sp>
        <p:nvSpPr>
          <p:cNvPr id="7" name="Text 3"/>
          <p:cNvSpPr/>
          <p:nvPr/>
        </p:nvSpPr>
        <p:spPr>
          <a:xfrm>
            <a:off x="1028700" y="2075061"/>
            <a:ext cx="3078327"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A3480F"/>
                </a:solidFill>
                <a:latin typeface="EB Garamond" pitchFamily="18" charset="0"/>
                <a:ea typeface="EB Garamond" pitchFamily="18" charset="-122"/>
                <a:cs typeface="EB Garamond" pitchFamily="18" charset="-120"/>
              </a:rPr>
              <a:t>1</a:t>
            </a:r>
            <a:endParaRPr lang="en-US" sz="3600" dirty="0"/>
          </a:p>
        </p:txBody>
      </p:sp>
      <p:sp>
        <p:nvSpPr>
          <p:cNvPr id="8" name="Text 4"/>
          <p:cNvSpPr/>
          <p:nvPr/>
        </p:nvSpPr>
        <p:spPr>
          <a:xfrm>
            <a:off x="1028700" y="2621161"/>
            <a:ext cx="3078327"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C2A3E"/>
                </a:solidFill>
                <a:latin typeface="IBM Plex Sans" pitchFamily="34" charset="0"/>
                <a:ea typeface="IBM Plex Sans" pitchFamily="34" charset="-122"/>
                <a:cs typeface="IBM Plex Sans" pitchFamily="34" charset="-120"/>
              </a:rPr>
              <a:t>Conteo</a:t>
            </a:r>
            <a:endParaRPr lang="en-US" sz="1800" dirty="0"/>
          </a:p>
        </p:txBody>
      </p:sp>
      <p:sp>
        <p:nvSpPr>
          <p:cNvPr id="9" name="Text 5"/>
          <p:cNvSpPr/>
          <p:nvPr/>
        </p:nvSpPr>
        <p:spPr>
          <a:xfrm>
            <a:off x="1028700" y="2984302"/>
            <a:ext cx="3078327" cy="771922"/>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E5566"/>
                </a:solidFill>
                <a:latin typeface="IBM Plex Sans" pitchFamily="34" charset="0"/>
                <a:ea typeface="IBM Plex Sans" pitchFamily="34" charset="-122"/>
                <a:cs typeface="IBM Plex Sans" pitchFamily="34" charset="-120"/>
              </a:rPr>
              <a:t>Cuántas cabezas hay. Es el número que más se usa para comparar muestras.</a:t>
            </a:r>
            <a:endParaRPr lang="en-US" sz="1400" dirty="0"/>
          </a:p>
        </p:txBody>
      </p:sp>
      <p:sp>
        <p:nvSpPr>
          <p:cNvPr id="10" name="Shape 6"/>
          <p:cNvSpPr/>
          <p:nvPr/>
        </p:nvSpPr>
        <p:spPr>
          <a:xfrm>
            <a:off x="4392017" y="1865511"/>
            <a:ext cx="3407866" cy="2074863"/>
          </a:xfrm>
          <a:prstGeom prst="roundRect">
            <a:avLst>
              <a:gd name="adj" fmla="val 5815"/>
            </a:avLst>
          </a:prstGeom>
          <a:solidFill>
            <a:srgbClr val="FCFDFD"/>
          </a:solidFill>
          <a:ln w="12700">
            <a:solidFill>
              <a:srgbClr val="D5E3EA"/>
            </a:solidFill>
            <a:prstDash val="solid"/>
          </a:ln>
        </p:spPr>
      </p:sp>
      <p:sp>
        <p:nvSpPr>
          <p:cNvPr id="11" name="Text 7"/>
          <p:cNvSpPr/>
          <p:nvPr/>
        </p:nvSpPr>
        <p:spPr>
          <a:xfrm>
            <a:off x="4601567" y="2075061"/>
            <a:ext cx="3078429"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A3480F"/>
                </a:solidFill>
                <a:latin typeface="EB Garamond" pitchFamily="18" charset="0"/>
                <a:ea typeface="EB Garamond" pitchFamily="18" charset="-122"/>
                <a:cs typeface="EB Garamond" pitchFamily="18" charset="-120"/>
              </a:rPr>
              <a:t>2</a:t>
            </a:r>
            <a:endParaRPr lang="en-US" sz="3600" dirty="0"/>
          </a:p>
        </p:txBody>
      </p:sp>
      <p:sp>
        <p:nvSpPr>
          <p:cNvPr id="12" name="Text 8"/>
          <p:cNvSpPr/>
          <p:nvPr/>
        </p:nvSpPr>
        <p:spPr>
          <a:xfrm>
            <a:off x="4601567" y="2621161"/>
            <a:ext cx="3078429"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C2A3E"/>
                </a:solidFill>
                <a:latin typeface="IBM Plex Sans" pitchFamily="34" charset="0"/>
                <a:ea typeface="IBM Plex Sans" pitchFamily="34" charset="-122"/>
                <a:cs typeface="IBM Plex Sans" pitchFamily="34" charset="-120"/>
              </a:rPr>
              <a:t>Tamaño</a:t>
            </a:r>
            <a:endParaRPr lang="en-US" sz="1800" dirty="0"/>
          </a:p>
        </p:txBody>
      </p:sp>
      <p:sp>
        <p:nvSpPr>
          <p:cNvPr id="13" name="Text 9"/>
          <p:cNvSpPr/>
          <p:nvPr/>
        </p:nvSpPr>
        <p:spPr>
          <a:xfrm>
            <a:off x="4601567" y="2984302"/>
            <a:ext cx="3078429"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E5566"/>
                </a:solidFill>
                <a:latin typeface="IBM Plex Sans" pitchFamily="34" charset="0"/>
                <a:ea typeface="IBM Plex Sans" pitchFamily="34" charset="-122"/>
                <a:cs typeface="IBM Plex Sans" pitchFamily="34" charset="-120"/>
              </a:rPr>
              <a:t>De cada cabeza: el área y el largo, en micras.</a:t>
            </a:r>
            <a:endParaRPr lang="en-US" sz="1400" dirty="0"/>
          </a:p>
        </p:txBody>
      </p:sp>
      <p:sp>
        <p:nvSpPr>
          <p:cNvPr id="14" name="Shape 10"/>
          <p:cNvSpPr/>
          <p:nvPr/>
        </p:nvSpPr>
        <p:spPr>
          <a:xfrm>
            <a:off x="7964984" y="1865511"/>
            <a:ext cx="3407866" cy="2074863"/>
          </a:xfrm>
          <a:prstGeom prst="roundRect">
            <a:avLst>
              <a:gd name="adj" fmla="val 5815"/>
            </a:avLst>
          </a:prstGeom>
          <a:solidFill>
            <a:srgbClr val="FCFDFD"/>
          </a:solidFill>
          <a:ln w="12700">
            <a:solidFill>
              <a:srgbClr val="D5E3EA"/>
            </a:solidFill>
            <a:prstDash val="solid"/>
          </a:ln>
        </p:spPr>
      </p:sp>
      <p:sp>
        <p:nvSpPr>
          <p:cNvPr id="15" name="Text 11"/>
          <p:cNvSpPr/>
          <p:nvPr/>
        </p:nvSpPr>
        <p:spPr>
          <a:xfrm>
            <a:off x="8174534" y="2075061"/>
            <a:ext cx="3078429"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A3480F"/>
                </a:solidFill>
                <a:latin typeface="EB Garamond" pitchFamily="18" charset="0"/>
                <a:ea typeface="EB Garamond" pitchFamily="18" charset="-122"/>
                <a:cs typeface="EB Garamond" pitchFamily="18" charset="-120"/>
              </a:rPr>
              <a:t>3</a:t>
            </a:r>
            <a:endParaRPr lang="en-US" sz="3600" dirty="0"/>
          </a:p>
        </p:txBody>
      </p:sp>
      <p:sp>
        <p:nvSpPr>
          <p:cNvPr id="16" name="Text 12"/>
          <p:cNvSpPr/>
          <p:nvPr/>
        </p:nvSpPr>
        <p:spPr>
          <a:xfrm>
            <a:off x="8174534" y="2621161"/>
            <a:ext cx="3078429"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C2A3E"/>
                </a:solidFill>
                <a:latin typeface="IBM Plex Sans" pitchFamily="34" charset="0"/>
                <a:ea typeface="IBM Plex Sans" pitchFamily="34" charset="-122"/>
                <a:cs typeface="IBM Plex Sans" pitchFamily="34" charset="-120"/>
              </a:rPr>
              <a:t>Distribución</a:t>
            </a:r>
            <a:endParaRPr lang="en-US" sz="1800" dirty="0"/>
          </a:p>
        </p:txBody>
      </p:sp>
      <p:sp>
        <p:nvSpPr>
          <p:cNvPr id="17" name="Text 13"/>
          <p:cNvSpPr/>
          <p:nvPr/>
        </p:nvSpPr>
        <p:spPr>
          <a:xfrm>
            <a:off x="8174534" y="2984302"/>
            <a:ext cx="3078429"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E5566"/>
                </a:solidFill>
                <a:latin typeface="IBM Plex Sans" pitchFamily="34" charset="0"/>
                <a:ea typeface="IBM Plex Sans" pitchFamily="34" charset="-122"/>
                <a:cs typeface="IBM Plex Sans" pitchFamily="34" charset="-120"/>
              </a:rPr>
              <a:t>Cómo se reparten los tamaños: la media y la desviación estándar.</a:t>
            </a:r>
            <a:endParaRPr lang="en-US" sz="1400" dirty="0"/>
          </a:p>
        </p:txBody>
      </p:sp>
      <p:sp>
        <p:nvSpPr>
          <p:cNvPr id="18" name="Shape 14"/>
          <p:cNvSpPr/>
          <p:nvPr/>
        </p:nvSpPr>
        <p:spPr>
          <a:xfrm>
            <a:off x="812800" y="4200723"/>
            <a:ext cx="10566400" cy="660400"/>
          </a:xfrm>
          <a:prstGeom prst="roundRect">
            <a:avLst>
              <a:gd name="adj" fmla="val 19231"/>
            </a:avLst>
          </a:prstGeom>
          <a:solidFill>
            <a:srgbClr val="0B1F2E"/>
          </a:solidFill>
          <a:ln/>
        </p:spPr>
      </p:sp>
      <p:pic>
        <p:nvPicPr>
          <p:cNvPr id="19" name="Image 2" descr="Database">    </p:cNvPr>
          <p:cNvPicPr>
            <a:picLocks noChangeAspect="1"/>
          </p:cNvPicPr>
          <p:nvPr/>
        </p:nvPicPr>
        <p:blipFill>
          <a:blip r:embed="rId3"/>
          <a:srcRect l="0" r="0" t="0" b="0"/>
          <a:stretch/>
        </p:blipFill>
        <p:spPr>
          <a:xfrm>
            <a:off x="1041400" y="4378523"/>
            <a:ext cx="304800" cy="304800"/>
          </a:xfrm>
          <a:prstGeom prst="rect">
            <a:avLst/>
          </a:prstGeom>
        </p:spPr>
      </p:pic>
      <p:sp>
        <p:nvSpPr>
          <p:cNvPr id="20" name="Text 15"/>
          <p:cNvSpPr/>
          <p:nvPr/>
        </p:nvSpPr>
        <p:spPr>
          <a:xfrm>
            <a:off x="1473200" y="4402336"/>
            <a:ext cx="9906000"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F1F6F8"/>
                </a:solidFill>
                <a:latin typeface="IBM Plex Sans" pitchFamily="34" charset="0"/>
                <a:ea typeface="IBM Plex Sans" pitchFamily="34" charset="-122"/>
                <a:cs typeface="IBM Plex Sans" pitchFamily="34" charset="-120"/>
              </a:rPr>
              <a:t>Todo se exporta: un archivo CSV para trabajar en una hoja de cálculo y un informe en PDF para compartir.</a:t>
            </a:r>
            <a:endParaRPr lang="en-US" sz="1500" dirty="0"/>
          </a:p>
        </p:txBody>
      </p:sp>
      <p:sp>
        <p:nvSpPr>
          <p:cNvPr id="21" name="Text 16"/>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7280"/>
                </a:solidFill>
                <a:latin typeface="IBM Plex Sans" pitchFamily="34" charset="0"/>
                <a:ea typeface="IBM Plex Sans" pitchFamily="34" charset="-122"/>
                <a:cs typeface="IBM Plex Sans" pitchFamily="34" charset="-120"/>
              </a:rPr>
              <a:t>BioImage-Repro UAM · Módulo 1 · Video 1</a:t>
            </a:r>
            <a:endParaRPr lang="en-US" sz="1200" dirty="0"/>
          </a:p>
        </p:txBody>
      </p:sp>
      <p:sp>
        <p:nvSpPr>
          <p:cNvPr id="22" name="Text 17"/>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7280"/>
                </a:solidFill>
                <a:latin typeface="IBM Plex Sans" pitchFamily="34" charset="0"/>
                <a:ea typeface="IBM Plex Sans" pitchFamily="34" charset="-122"/>
                <a:cs typeface="IBM Plex Sans" pitchFamily="34" charset="-120"/>
              </a:rPr>
              <a:t>8 / 19</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8FA"/>
        </a:solidFill>
      </p:bgPr>
    </p:bg>
    <p:spTree>
      <p:nvGrpSpPr>
        <p:cNvPr id="1" name=""/>
        <p:cNvGrpSpPr/>
        <p:nvPr/>
      </p:nvGrpSpPr>
      <p:grpSpPr>
        <a:xfrm>
          <a:off x="0" y="0"/>
          <a:ext cx="0" cy="0"/>
          <a:chOff x="0" y="0"/>
          <a:chExt cx="0" cy="0"/>
        </a:xfrm>
      </p:grpSpPr>
      <p:pic>
        <p:nvPicPr>
          <p:cNvPr id="2" name="Image 0" descr="UAM Unidad Iztapalapa">    </p:cNvPr>
          <p:cNvPicPr>
            <a:picLocks noChangeAspect="1"/>
          </p:cNvPicPr>
          <p:nvPr/>
        </p:nvPicPr>
        <p:blipFill>
          <a:blip r:embed="rId1"/>
          <a:srcRect l="-363" r="-363" t="0" b="0"/>
          <a:stretch/>
        </p:blipFill>
        <p:spPr>
          <a:xfrm>
            <a:off x="10261600" y="228600"/>
            <a:ext cx="508000" cy="406400"/>
          </a:xfrm>
          <a:prstGeom prst="rect">
            <a:avLst/>
          </a:prstGeom>
        </p:spPr>
      </p:pic>
      <p:pic>
        <p:nvPicPr>
          <p:cNvPr id="3" name="Image 1" descr="Logotipo de BioImage-Repro UAM">    </p:cNvPr>
          <p:cNvPicPr>
            <a:picLocks noChangeAspect="1"/>
          </p:cNvPicPr>
          <p:nvPr/>
        </p:nvPicPr>
        <p:blipFill>
          <a:blip r:embed="rId2"/>
          <a:srcRect l="-351" r="-351" t="0" b="0"/>
          <a:stretch/>
        </p:blipFill>
        <p:spPr>
          <a:xfrm>
            <a:off x="10972800" y="228600"/>
            <a:ext cx="406400" cy="406400"/>
          </a:xfrm>
          <a:prstGeom prst="rect">
            <a:avLst/>
          </a:prstGeom>
        </p:spPr>
      </p:pic>
      <p:sp>
        <p:nvSpPr>
          <p:cNvPr id="4"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3480F"/>
                </a:solidFill>
                <a:latin typeface="IBM Plex Sans" pitchFamily="34" charset="0"/>
                <a:ea typeface="IBM Plex Sans" pitchFamily="34" charset="-122"/>
                <a:cs typeface="IBM Plex Sans" pitchFamily="34" charset="-120"/>
              </a:rPr>
              <a:t>EL PROBLEMA</a:t>
            </a:r>
            <a:endParaRPr lang="en-US" sz="1200" dirty="0"/>
          </a:p>
        </p:txBody>
      </p:sp>
      <p:sp>
        <p:nvSpPr>
          <p:cNvPr id="5" name="Text 1"/>
          <p:cNvSpPr/>
          <p:nvPr>
            <p:ph type="title"/>
          </p:nvPr>
        </p:nvSpPr>
        <p:spPr>
          <a:xfrm>
            <a:off x="812800" y="11023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C2A3E"/>
                </a:solidFill>
                <a:latin typeface="EB Garamond" pitchFamily="18" charset="0"/>
                <a:ea typeface="EB Garamond" pitchFamily="18" charset="-122"/>
                <a:cs typeface="EB Garamond" pitchFamily="18" charset="-120"/>
              </a:rPr>
              <a:t>Contar y medir a mano</a:t>
            </a:r>
            <a:endParaRPr lang="en-US" sz="3600" dirty="0"/>
          </a:p>
        </p:txBody>
      </p:sp>
      <p:sp>
        <p:nvSpPr>
          <p:cNvPr id="6" name="Text 2"/>
          <p:cNvSpPr/>
          <p:nvPr/>
        </p:nvSpPr>
        <p:spPr>
          <a:xfrm>
            <a:off x="812800" y="1859161"/>
            <a:ext cx="6383528"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E6E9C"/>
                </a:solidFill>
                <a:latin typeface="IBM Plex Sans" pitchFamily="34" charset="0"/>
                <a:ea typeface="IBM Plex Sans" pitchFamily="34" charset="-122"/>
                <a:cs typeface="IBM Plex Sans" pitchFamily="34" charset="-120"/>
              </a:rPr>
              <a:t>LA MISMA IMAGEN, TRES PERSONAS</a:t>
            </a:r>
            <a:endParaRPr lang="en-US" sz="1200" dirty="0"/>
          </a:p>
        </p:txBody>
      </p:sp>
      <p:sp>
        <p:nvSpPr>
          <p:cNvPr id="7" name="Shape 3"/>
          <p:cNvSpPr/>
          <p:nvPr/>
        </p:nvSpPr>
        <p:spPr>
          <a:xfrm>
            <a:off x="819150" y="2205831"/>
            <a:ext cx="1968500" cy="1264841"/>
          </a:xfrm>
          <a:prstGeom prst="roundRect">
            <a:avLst>
              <a:gd name="adj" fmla="val 9539"/>
            </a:avLst>
          </a:prstGeom>
          <a:solidFill>
            <a:srgbClr val="FCFDFD"/>
          </a:solidFill>
          <a:ln w="12700">
            <a:solidFill>
              <a:srgbClr val="D5E3EA"/>
            </a:solidFill>
            <a:prstDash val="solid"/>
          </a:ln>
        </p:spPr>
      </p:sp>
      <p:sp>
        <p:nvSpPr>
          <p:cNvPr id="8" name="Text 4"/>
          <p:cNvSpPr/>
          <p:nvPr/>
        </p:nvSpPr>
        <p:spPr>
          <a:xfrm>
            <a:off x="1003300" y="2389981"/>
            <a:ext cx="1651000"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0C2A3E"/>
                </a:solidFill>
                <a:latin typeface="EB Garamond" pitchFamily="18" charset="0"/>
                <a:ea typeface="EB Garamond" pitchFamily="18" charset="-122"/>
                <a:cs typeface="EB Garamond" pitchFamily="18" charset="-120"/>
              </a:rPr>
              <a:t>21</a:t>
            </a:r>
            <a:endParaRPr lang="en-US" sz="4800" dirty="0"/>
          </a:p>
        </p:txBody>
      </p:sp>
      <p:sp>
        <p:nvSpPr>
          <p:cNvPr id="9" name="Text 5"/>
          <p:cNvSpPr/>
          <p:nvPr/>
        </p:nvSpPr>
        <p:spPr>
          <a:xfrm>
            <a:off x="1003300" y="3037681"/>
            <a:ext cx="1651000"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E5566"/>
                </a:solidFill>
                <a:latin typeface="IBM Plex Sans" pitchFamily="34" charset="0"/>
                <a:ea typeface="IBM Plex Sans" pitchFamily="34" charset="-122"/>
                <a:cs typeface="IBM Plex Sans" pitchFamily="34" charset="-120"/>
              </a:rPr>
              <a:t>Persona A</a:t>
            </a:r>
            <a:endParaRPr lang="en-US" sz="1400" dirty="0"/>
          </a:p>
        </p:txBody>
      </p:sp>
      <p:sp>
        <p:nvSpPr>
          <p:cNvPr id="10" name="Shape 6"/>
          <p:cNvSpPr/>
          <p:nvPr/>
        </p:nvSpPr>
        <p:spPr>
          <a:xfrm>
            <a:off x="2927350" y="2205831"/>
            <a:ext cx="1968500" cy="1264841"/>
          </a:xfrm>
          <a:prstGeom prst="roundRect">
            <a:avLst>
              <a:gd name="adj" fmla="val 9539"/>
            </a:avLst>
          </a:prstGeom>
          <a:solidFill>
            <a:srgbClr val="FCFDFD"/>
          </a:solidFill>
          <a:ln w="12700">
            <a:solidFill>
              <a:srgbClr val="D5E3EA"/>
            </a:solidFill>
            <a:prstDash val="solid"/>
          </a:ln>
        </p:spPr>
      </p:sp>
      <p:sp>
        <p:nvSpPr>
          <p:cNvPr id="11" name="Text 7"/>
          <p:cNvSpPr/>
          <p:nvPr/>
        </p:nvSpPr>
        <p:spPr>
          <a:xfrm>
            <a:off x="3111500" y="2389981"/>
            <a:ext cx="1651000"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0C2A3E"/>
                </a:solidFill>
                <a:latin typeface="EB Garamond" pitchFamily="18" charset="0"/>
                <a:ea typeface="EB Garamond" pitchFamily="18" charset="-122"/>
                <a:cs typeface="EB Garamond" pitchFamily="18" charset="-120"/>
              </a:rPr>
              <a:t>24</a:t>
            </a:r>
            <a:endParaRPr lang="en-US" sz="4800" dirty="0"/>
          </a:p>
        </p:txBody>
      </p:sp>
      <p:sp>
        <p:nvSpPr>
          <p:cNvPr id="12" name="Text 8"/>
          <p:cNvSpPr/>
          <p:nvPr/>
        </p:nvSpPr>
        <p:spPr>
          <a:xfrm>
            <a:off x="3111500" y="3037681"/>
            <a:ext cx="1651000"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E5566"/>
                </a:solidFill>
                <a:latin typeface="IBM Plex Sans" pitchFamily="34" charset="0"/>
                <a:ea typeface="IBM Plex Sans" pitchFamily="34" charset="-122"/>
                <a:cs typeface="IBM Plex Sans" pitchFamily="34" charset="-120"/>
              </a:rPr>
              <a:t>Persona B</a:t>
            </a:r>
            <a:endParaRPr lang="en-US" sz="1400" dirty="0"/>
          </a:p>
        </p:txBody>
      </p:sp>
      <p:sp>
        <p:nvSpPr>
          <p:cNvPr id="13" name="Shape 9"/>
          <p:cNvSpPr/>
          <p:nvPr/>
        </p:nvSpPr>
        <p:spPr>
          <a:xfrm>
            <a:off x="5035550" y="2205831"/>
            <a:ext cx="1968500" cy="1264841"/>
          </a:xfrm>
          <a:prstGeom prst="roundRect">
            <a:avLst>
              <a:gd name="adj" fmla="val 9539"/>
            </a:avLst>
          </a:prstGeom>
          <a:solidFill>
            <a:srgbClr val="FCFDFD"/>
          </a:solidFill>
          <a:ln w="12700">
            <a:solidFill>
              <a:srgbClr val="D5E3EA"/>
            </a:solidFill>
            <a:prstDash val="solid"/>
          </a:ln>
        </p:spPr>
      </p:sp>
      <p:sp>
        <p:nvSpPr>
          <p:cNvPr id="14" name="Text 10"/>
          <p:cNvSpPr/>
          <p:nvPr/>
        </p:nvSpPr>
        <p:spPr>
          <a:xfrm>
            <a:off x="5219700" y="2389981"/>
            <a:ext cx="1651000"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0C2A3E"/>
                </a:solidFill>
                <a:latin typeface="EB Garamond" pitchFamily="18" charset="0"/>
                <a:ea typeface="EB Garamond" pitchFamily="18" charset="-122"/>
                <a:cs typeface="EB Garamond" pitchFamily="18" charset="-120"/>
              </a:rPr>
              <a:t>22</a:t>
            </a:r>
            <a:endParaRPr lang="en-US" sz="4800" dirty="0"/>
          </a:p>
        </p:txBody>
      </p:sp>
      <p:sp>
        <p:nvSpPr>
          <p:cNvPr id="15" name="Text 11"/>
          <p:cNvSpPr/>
          <p:nvPr/>
        </p:nvSpPr>
        <p:spPr>
          <a:xfrm>
            <a:off x="5219700" y="3037681"/>
            <a:ext cx="1651000"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E5566"/>
                </a:solidFill>
                <a:latin typeface="IBM Plex Sans" pitchFamily="34" charset="0"/>
                <a:ea typeface="IBM Plex Sans" pitchFamily="34" charset="-122"/>
                <a:cs typeface="IBM Plex Sans" pitchFamily="34" charset="-120"/>
              </a:rPr>
              <a:t>Persona C</a:t>
            </a:r>
            <a:endParaRPr lang="en-US" sz="1400" dirty="0"/>
          </a:p>
        </p:txBody>
      </p:sp>
      <p:sp>
        <p:nvSpPr>
          <p:cNvPr id="16" name="Text 12"/>
          <p:cNvSpPr/>
          <p:nvPr/>
        </p:nvSpPr>
        <p:spPr>
          <a:xfrm>
            <a:off x="812800" y="3604022"/>
            <a:ext cx="638352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7280"/>
                </a:solidFill>
                <a:latin typeface="IBM Plex Sans" pitchFamily="34" charset="0"/>
                <a:ea typeface="IBM Plex Sans" pitchFamily="34" charset="-122"/>
                <a:cs typeface="IBM Plex Sans" pitchFamily="34" charset="-120"/>
              </a:rPr>
              <a:t>Números de ejemplo, no de una medición real.</a:t>
            </a:r>
            <a:endParaRPr lang="en-US" sz="1200" dirty="0"/>
          </a:p>
        </p:txBody>
      </p:sp>
      <p:sp>
        <p:nvSpPr>
          <p:cNvPr id="17" name="Text 13"/>
          <p:cNvSpPr/>
          <p:nvPr/>
        </p:nvSpPr>
        <p:spPr>
          <a:xfrm>
            <a:off x="7315200" y="1977231"/>
            <a:ext cx="4064000" cy="497780"/>
          </a:xfrm>
          <a:prstGeom prst="roundRect">
            <a:avLst>
              <a:gd name="adj" fmla="val 50000"/>
            </a:avLst>
          </a:prstGeom>
          <a:solidFill>
            <a:srgbClr val="E3EFF5"/>
          </a:solidFill>
          <a:ln/>
        </p:spPr>
        <p:txBody>
          <a:bodyPr wrap="square" lIns="104903" tIns="16003" rIns="0" bIns="0" rtlCol="0" anchor="t">
            <a:normAutofit/>
          </a:bodyPr>
          <a:lstStyle/>
          <a:p>
            <a:pPr algn="l" indent="0" marL="0">
              <a:lnSpc>
                <a:spcPts val="2520"/>
              </a:lnSpc>
              <a:buNone/>
            </a:pPr>
            <a:r>
              <a:rPr lang="en-US" sz="1800" b="1" dirty="0">
                <a:solidFill>
                  <a:srgbClr val="0C2A3E"/>
                </a:solidFill>
                <a:latin typeface="IBM Plex Sans" pitchFamily="34" charset="0"/>
                <a:ea typeface="IBM Plex Sans" pitchFamily="34" charset="-122"/>
                <a:cs typeface="IBM Plex Sans" pitchFamily="34" charset="-120"/>
              </a:rPr>
              <a:t>Lento</a:t>
            </a:r>
            <a:endParaRPr lang="en-US" sz="1800" dirty="0"/>
          </a:p>
        </p:txBody>
      </p:sp>
      <p:sp>
        <p:nvSpPr>
          <p:cNvPr id="18" name="Text 14"/>
          <p:cNvSpPr/>
          <p:nvPr/>
        </p:nvSpPr>
        <p:spPr>
          <a:xfrm>
            <a:off x="7315200" y="2589312"/>
            <a:ext cx="4064000" cy="497780"/>
          </a:xfrm>
          <a:prstGeom prst="roundRect">
            <a:avLst>
              <a:gd name="adj" fmla="val 50000"/>
            </a:avLst>
          </a:prstGeom>
          <a:solidFill>
            <a:srgbClr val="E3EFF5"/>
          </a:solidFill>
          <a:ln/>
        </p:spPr>
        <p:txBody>
          <a:bodyPr wrap="square" lIns="104903" tIns="16003" rIns="0" bIns="0" rtlCol="0" anchor="t">
            <a:normAutofit/>
          </a:bodyPr>
          <a:lstStyle/>
          <a:p>
            <a:pPr algn="l" indent="0" marL="0">
              <a:lnSpc>
                <a:spcPts val="2520"/>
              </a:lnSpc>
              <a:buNone/>
            </a:pPr>
            <a:r>
              <a:rPr lang="en-US" sz="1800" b="1" dirty="0">
                <a:solidFill>
                  <a:srgbClr val="0C2A3E"/>
                </a:solidFill>
                <a:latin typeface="IBM Plex Sans" pitchFamily="34" charset="0"/>
                <a:ea typeface="IBM Plex Sans" pitchFamily="34" charset="-122"/>
                <a:cs typeface="IBM Plex Sans" pitchFamily="34" charset="-120"/>
              </a:rPr>
              <a:t>Repetitivo</a:t>
            </a:r>
            <a:endParaRPr lang="en-US" sz="1800" dirty="0"/>
          </a:p>
        </p:txBody>
      </p:sp>
      <p:sp>
        <p:nvSpPr>
          <p:cNvPr id="19" name="Text 15"/>
          <p:cNvSpPr/>
          <p:nvPr/>
        </p:nvSpPr>
        <p:spPr>
          <a:xfrm>
            <a:off x="7315200" y="3201392"/>
            <a:ext cx="4064000" cy="497780"/>
          </a:xfrm>
          <a:prstGeom prst="roundRect">
            <a:avLst>
              <a:gd name="adj" fmla="val 50000"/>
            </a:avLst>
          </a:prstGeom>
          <a:solidFill>
            <a:srgbClr val="E3EFF5"/>
          </a:solidFill>
          <a:ln/>
        </p:spPr>
        <p:txBody>
          <a:bodyPr wrap="square" lIns="104903" tIns="16003" rIns="0" bIns="0" rtlCol="0" anchor="t">
            <a:normAutofit/>
          </a:bodyPr>
          <a:lstStyle/>
          <a:p>
            <a:pPr algn="l" indent="0" marL="0">
              <a:lnSpc>
                <a:spcPts val="2520"/>
              </a:lnSpc>
              <a:buNone/>
            </a:pPr>
            <a:r>
              <a:rPr lang="en-US" sz="1800" b="1" dirty="0">
                <a:solidFill>
                  <a:srgbClr val="0C2A3E"/>
                </a:solidFill>
                <a:latin typeface="IBM Plex Sans" pitchFamily="34" charset="0"/>
                <a:ea typeface="IBM Plex Sans" pitchFamily="34" charset="-122"/>
                <a:cs typeface="IBM Plex Sans" pitchFamily="34" charset="-120"/>
              </a:rPr>
              <a:t>Cambia según quién lo haga</a:t>
            </a:r>
            <a:endParaRPr lang="en-US" sz="1800" dirty="0"/>
          </a:p>
        </p:txBody>
      </p:sp>
      <p:sp>
        <p:nvSpPr>
          <p:cNvPr id="20" name="Text 16"/>
          <p:cNvSpPr/>
          <p:nvPr/>
        </p:nvSpPr>
        <p:spPr>
          <a:xfrm>
            <a:off x="812800" y="4071342"/>
            <a:ext cx="9810750" cy="771922"/>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E5566"/>
                </a:solidFill>
                <a:latin typeface="IBM Plex Sans" pitchFamily="34" charset="0"/>
                <a:ea typeface="IBM Plex Sans" pitchFamily="34" charset="-122"/>
                <a:cs typeface="IBM Plex Sans" pitchFamily="34" charset="-120"/>
              </a:rPr>
              <a:t>Una imagen tiene decenas o cientos de células, muchas encimadas o pegadas. Con muchas imágenes, el trabajo manual es difícil de sostener. El ojo no tiene una regla fija, y por eso cada persona decide distinto dónde termina una célula y empieza otra.</a:t>
            </a:r>
            <a:endParaRPr lang="en-US" sz="1400" dirty="0"/>
          </a:p>
        </p:txBody>
      </p:sp>
      <p:sp>
        <p:nvSpPr>
          <p:cNvPr id="21" name="Text 17"/>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7280"/>
                </a:solidFill>
                <a:latin typeface="IBM Plex Sans" pitchFamily="34" charset="0"/>
                <a:ea typeface="IBM Plex Sans" pitchFamily="34" charset="-122"/>
                <a:cs typeface="IBM Plex Sans" pitchFamily="34" charset="-120"/>
              </a:rPr>
              <a:t>BioImage-Repro UAM · Módulo 1 · Video 1</a:t>
            </a:r>
            <a:endParaRPr lang="en-US" sz="1200" dirty="0"/>
          </a:p>
        </p:txBody>
      </p:sp>
      <p:sp>
        <p:nvSpPr>
          <p:cNvPr id="22" name="Text 18"/>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7280"/>
                </a:solidFill>
                <a:latin typeface="IBM Plex Sans" pitchFamily="34" charset="0"/>
                <a:ea typeface="IBM Plex Sans" pitchFamily="34" charset="-122"/>
                <a:cs typeface="IBM Plex Sans" pitchFamily="34" charset="-120"/>
              </a:rPr>
              <a:t>9 / 19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8FA"/>
        </a:solidFill>
      </p:bgPr>
    </p:bg>
    <p:spTree>
      <p:nvGrpSpPr>
        <p:cNvPr id="1" name=""/>
        <p:cNvGrpSpPr/>
        <p:nvPr/>
      </p:nvGrpSpPr>
      <p:grpSpPr>
        <a:xfrm>
          <a:off x="0" y="0"/>
          <a:ext cx="0" cy="0"/>
          <a:chOff x="0" y="0"/>
          <a:chExt cx="0" cy="0"/>
        </a:xfrm>
      </p:grpSpPr>
      <p:pic>
        <p:nvPicPr>
          <p:cNvPr id="2" name="Image 0" descr="UAM Unidad Iztapalapa">    </p:cNvPr>
          <p:cNvPicPr>
            <a:picLocks noChangeAspect="1"/>
          </p:cNvPicPr>
          <p:nvPr/>
        </p:nvPicPr>
        <p:blipFill>
          <a:blip r:embed="rId1"/>
          <a:srcRect l="-363" r="-363" t="0" b="0"/>
          <a:stretch/>
        </p:blipFill>
        <p:spPr>
          <a:xfrm>
            <a:off x="10261600" y="228600"/>
            <a:ext cx="508000" cy="406400"/>
          </a:xfrm>
          <a:prstGeom prst="rect">
            <a:avLst/>
          </a:prstGeom>
        </p:spPr>
      </p:pic>
      <p:pic>
        <p:nvPicPr>
          <p:cNvPr id="3" name="Image 1" descr="Logotipo de BioImage-Repro UAM">    </p:cNvPr>
          <p:cNvPicPr>
            <a:picLocks noChangeAspect="1"/>
          </p:cNvPicPr>
          <p:nvPr/>
        </p:nvPicPr>
        <p:blipFill>
          <a:blip r:embed="rId2"/>
          <a:srcRect l="-351" r="-351" t="0" b="0"/>
          <a:stretch/>
        </p:blipFill>
        <p:spPr>
          <a:xfrm>
            <a:off x="10972800" y="228600"/>
            <a:ext cx="406400" cy="406400"/>
          </a:xfrm>
          <a:prstGeom prst="rect">
            <a:avLst/>
          </a:prstGeom>
        </p:spPr>
      </p:pic>
      <p:sp>
        <p:nvSpPr>
          <p:cNvPr id="4"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3480F"/>
                </a:solidFill>
                <a:latin typeface="IBM Plex Sans" pitchFamily="34" charset="0"/>
                <a:ea typeface="IBM Plex Sans" pitchFamily="34" charset="-122"/>
                <a:cs typeface="IBM Plex Sans" pitchFamily="34" charset="-120"/>
              </a:rPr>
              <a:t>EL PROBLEMA</a:t>
            </a:r>
            <a:endParaRPr lang="en-US" sz="1200" dirty="0"/>
          </a:p>
        </p:txBody>
      </p:sp>
      <p:sp>
        <p:nvSpPr>
          <p:cNvPr id="5" name="Text 1"/>
          <p:cNvSpPr/>
          <p:nvPr>
            <p:ph type="title"/>
          </p:nvPr>
        </p:nvSpPr>
        <p:spPr>
          <a:xfrm>
            <a:off x="812800" y="11023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C2A3E"/>
                </a:solidFill>
                <a:latin typeface="EB Garamond" pitchFamily="18" charset="0"/>
                <a:ea typeface="EB Garamond" pitchFamily="18" charset="-122"/>
                <a:cs typeface="EB Garamond" pitchFamily="18" charset="-120"/>
              </a:rPr>
              <a:t>El camino de una imagen a un número</a:t>
            </a:r>
            <a:endParaRPr lang="en-US" sz="3600" dirty="0"/>
          </a:p>
        </p:txBody>
      </p:sp>
      <p:sp>
        <p:nvSpPr>
          <p:cNvPr id="6" name="Shape 2"/>
          <p:cNvSpPr/>
          <p:nvPr/>
        </p:nvSpPr>
        <p:spPr>
          <a:xfrm>
            <a:off x="819150" y="1865511"/>
            <a:ext cx="2254250" cy="1957983"/>
          </a:xfrm>
          <a:prstGeom prst="roundRect">
            <a:avLst>
              <a:gd name="adj" fmla="val 6162"/>
            </a:avLst>
          </a:prstGeom>
          <a:solidFill>
            <a:srgbClr val="FCFDFD"/>
          </a:solidFill>
          <a:ln w="12700">
            <a:solidFill>
              <a:srgbClr val="D5E3EA"/>
            </a:solidFill>
            <a:prstDash val="solid"/>
          </a:ln>
        </p:spPr>
      </p:sp>
      <p:sp>
        <p:nvSpPr>
          <p:cNvPr id="7" name="Text 3"/>
          <p:cNvSpPr/>
          <p:nvPr/>
        </p:nvSpPr>
        <p:spPr>
          <a:xfrm>
            <a:off x="1016000" y="2062361"/>
            <a:ext cx="1916367"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E6E9C"/>
                </a:solidFill>
                <a:latin typeface="IBM Plex Sans" pitchFamily="34" charset="0"/>
                <a:ea typeface="IBM Plex Sans" pitchFamily="34" charset="-122"/>
                <a:cs typeface="IBM Plex Sans" pitchFamily="34" charset="-120"/>
              </a:rPr>
              <a:t>1 · ENTRA</a:t>
            </a:r>
            <a:endParaRPr lang="en-US" sz="1200" dirty="0"/>
          </a:p>
        </p:txBody>
      </p:sp>
      <p:sp>
        <p:nvSpPr>
          <p:cNvPr id="8" name="Text 4"/>
          <p:cNvSpPr/>
          <p:nvPr/>
        </p:nvSpPr>
        <p:spPr>
          <a:xfrm>
            <a:off x="1016000" y="2351881"/>
            <a:ext cx="1916367"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C2A3E"/>
                </a:solidFill>
                <a:latin typeface="IBM Plex Sans" pitchFamily="34" charset="0"/>
                <a:ea typeface="IBM Plex Sans" pitchFamily="34" charset="-122"/>
                <a:cs typeface="IBM Plex Sans" pitchFamily="34" charset="-120"/>
              </a:rPr>
              <a:t>La imagen</a:t>
            </a:r>
            <a:endParaRPr lang="en-US" sz="1800" dirty="0"/>
          </a:p>
        </p:txBody>
      </p:sp>
      <p:sp>
        <p:nvSpPr>
          <p:cNvPr id="9" name="Text 5"/>
          <p:cNvSpPr/>
          <p:nvPr/>
        </p:nvSpPr>
        <p:spPr>
          <a:xfrm>
            <a:off x="1016000" y="2702322"/>
            <a:ext cx="1916367" cy="949722"/>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E5566"/>
                </a:solidFill>
                <a:latin typeface="IBM Plex Sans" pitchFamily="34" charset="0"/>
                <a:ea typeface="IBM Plex Sans" pitchFamily="34" charset="-122"/>
                <a:cs typeface="IBM Plex Sans" pitchFamily="34" charset="-120"/>
              </a:rPr>
              <a:t>Se sube al sitio y se prepara al tamaño y formato que la red espera.</a:t>
            </a:r>
            <a:endParaRPr lang="en-US" sz="1300" dirty="0"/>
          </a:p>
        </p:txBody>
      </p:sp>
      <p:pic>
        <p:nvPicPr>
          <p:cNvPr id="10" name="Image 2" descr="arrow-right">    </p:cNvPr>
          <p:cNvPicPr>
            <a:picLocks noChangeAspect="1"/>
          </p:cNvPicPr>
          <p:nvPr/>
        </p:nvPicPr>
        <p:blipFill>
          <a:blip r:embed="rId3"/>
          <a:srcRect l="0" r="0" t="0" b="0"/>
          <a:stretch/>
        </p:blipFill>
        <p:spPr>
          <a:xfrm>
            <a:off x="3181350" y="2717502"/>
            <a:ext cx="304800" cy="254000"/>
          </a:xfrm>
          <a:prstGeom prst="rect">
            <a:avLst/>
          </a:prstGeom>
        </p:spPr>
      </p:pic>
      <p:sp>
        <p:nvSpPr>
          <p:cNvPr id="11" name="Shape 6"/>
          <p:cNvSpPr/>
          <p:nvPr/>
        </p:nvSpPr>
        <p:spPr>
          <a:xfrm>
            <a:off x="3587750" y="1859161"/>
            <a:ext cx="2241550" cy="1970683"/>
          </a:xfrm>
          <a:prstGeom prst="roundRect">
            <a:avLst>
              <a:gd name="adj" fmla="val 6444"/>
            </a:avLst>
          </a:prstGeom>
          <a:solidFill>
            <a:srgbClr val="0B1F2E"/>
          </a:solidFill>
          <a:ln/>
        </p:spPr>
      </p:sp>
      <p:sp>
        <p:nvSpPr>
          <p:cNvPr id="12" name="Text 7"/>
          <p:cNvSpPr/>
          <p:nvPr/>
        </p:nvSpPr>
        <p:spPr>
          <a:xfrm>
            <a:off x="3778250" y="2049661"/>
            <a:ext cx="1916367"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4A259"/>
                </a:solidFill>
                <a:latin typeface="IBM Plex Sans" pitchFamily="34" charset="0"/>
                <a:ea typeface="IBM Plex Sans" pitchFamily="34" charset="-122"/>
                <a:cs typeface="IBM Plex Sans" pitchFamily="34" charset="-120"/>
              </a:rPr>
              <a:t>2 · APRENDE</a:t>
            </a:r>
            <a:endParaRPr lang="en-US" sz="1200" dirty="0"/>
          </a:p>
        </p:txBody>
      </p:sp>
      <p:sp>
        <p:nvSpPr>
          <p:cNvPr id="13" name="Text 8"/>
          <p:cNvSpPr/>
          <p:nvPr/>
        </p:nvSpPr>
        <p:spPr>
          <a:xfrm>
            <a:off x="3778250" y="2339181"/>
            <a:ext cx="1916367"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1F6F8"/>
                </a:solidFill>
                <a:latin typeface="IBM Plex Sans" pitchFamily="34" charset="0"/>
                <a:ea typeface="IBM Plex Sans" pitchFamily="34" charset="-122"/>
                <a:cs typeface="IBM Plex Sans" pitchFamily="34" charset="-120"/>
              </a:rPr>
              <a:t>La red neuronal</a:t>
            </a:r>
            <a:endParaRPr lang="en-US" sz="1800" dirty="0"/>
          </a:p>
        </p:txBody>
      </p:sp>
      <p:sp>
        <p:nvSpPr>
          <p:cNvPr id="14" name="Text 9"/>
          <p:cNvSpPr/>
          <p:nvPr/>
        </p:nvSpPr>
        <p:spPr>
          <a:xfrm>
            <a:off x="3778250" y="2689622"/>
            <a:ext cx="1916367" cy="71864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3D7E2"/>
                </a:solidFill>
                <a:latin typeface="IBM Plex Sans" pitchFamily="34" charset="0"/>
                <a:ea typeface="IBM Plex Sans" pitchFamily="34" charset="-122"/>
                <a:cs typeface="IBM Plex Sans" pitchFamily="34" charset="-120"/>
              </a:rPr>
              <a:t>Encuentra las cabezas y traza el contorno de cada una.</a:t>
            </a:r>
            <a:endParaRPr lang="en-US" sz="1300" dirty="0"/>
          </a:p>
        </p:txBody>
      </p:sp>
      <p:pic>
        <p:nvPicPr>
          <p:cNvPr id="15" name="Image 3" descr="arrow-right">    </p:cNvPr>
          <p:cNvPicPr>
            <a:picLocks noChangeAspect="1"/>
          </p:cNvPicPr>
          <p:nvPr/>
        </p:nvPicPr>
        <p:blipFill>
          <a:blip r:embed="rId4"/>
          <a:srcRect l="0" r="0" t="0" b="0"/>
          <a:stretch/>
        </p:blipFill>
        <p:spPr>
          <a:xfrm>
            <a:off x="5930900" y="2717502"/>
            <a:ext cx="304800" cy="254000"/>
          </a:xfrm>
          <a:prstGeom prst="rect">
            <a:avLst/>
          </a:prstGeom>
        </p:spPr>
      </p:pic>
      <p:sp>
        <p:nvSpPr>
          <p:cNvPr id="16" name="Shape 10"/>
          <p:cNvSpPr/>
          <p:nvPr/>
        </p:nvSpPr>
        <p:spPr>
          <a:xfrm>
            <a:off x="6343650" y="1865511"/>
            <a:ext cx="2254250" cy="1957983"/>
          </a:xfrm>
          <a:prstGeom prst="roundRect">
            <a:avLst>
              <a:gd name="adj" fmla="val 6162"/>
            </a:avLst>
          </a:prstGeom>
          <a:solidFill>
            <a:srgbClr val="FCFDFD"/>
          </a:solidFill>
          <a:ln w="12700">
            <a:solidFill>
              <a:srgbClr val="D5E3EA"/>
            </a:solidFill>
            <a:prstDash val="solid"/>
          </a:ln>
        </p:spPr>
      </p:sp>
      <p:sp>
        <p:nvSpPr>
          <p:cNvPr id="17" name="Text 11"/>
          <p:cNvSpPr/>
          <p:nvPr/>
        </p:nvSpPr>
        <p:spPr>
          <a:xfrm>
            <a:off x="6540500" y="2062361"/>
            <a:ext cx="1916367"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E6E9C"/>
                </a:solidFill>
                <a:latin typeface="IBM Plex Sans" pitchFamily="34" charset="0"/>
                <a:ea typeface="IBM Plex Sans" pitchFamily="34" charset="-122"/>
                <a:cs typeface="IBM Plex Sans" pitchFamily="34" charset="-120"/>
              </a:rPr>
              <a:t>3 · CALCULA</a:t>
            </a:r>
            <a:endParaRPr lang="en-US" sz="1200" dirty="0"/>
          </a:p>
        </p:txBody>
      </p:sp>
      <p:sp>
        <p:nvSpPr>
          <p:cNvPr id="18" name="Text 12"/>
          <p:cNvSpPr/>
          <p:nvPr/>
        </p:nvSpPr>
        <p:spPr>
          <a:xfrm>
            <a:off x="6540500" y="2351881"/>
            <a:ext cx="1916367"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C2A3E"/>
                </a:solidFill>
                <a:latin typeface="IBM Plex Sans" pitchFamily="34" charset="0"/>
                <a:ea typeface="IBM Plex Sans" pitchFamily="34" charset="-122"/>
                <a:cs typeface="IBM Plex Sans" pitchFamily="34" charset="-120"/>
              </a:rPr>
              <a:t>El código</a:t>
            </a:r>
            <a:endParaRPr lang="en-US" sz="1800" dirty="0"/>
          </a:p>
        </p:txBody>
      </p:sp>
      <p:sp>
        <p:nvSpPr>
          <p:cNvPr id="19" name="Text 13"/>
          <p:cNvSpPr/>
          <p:nvPr/>
        </p:nvSpPr>
        <p:spPr>
          <a:xfrm>
            <a:off x="6540500" y="2702322"/>
            <a:ext cx="1916367" cy="71864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E5566"/>
                </a:solidFill>
                <a:latin typeface="IBM Plex Sans" pitchFamily="34" charset="0"/>
                <a:ea typeface="IBM Plex Sans" pitchFamily="34" charset="-122"/>
                <a:cs typeface="IBM Plex Sans" pitchFamily="34" charset="-120"/>
              </a:rPr>
              <a:t>Área y largo de cada contorno; conteo, media y desviación.</a:t>
            </a:r>
            <a:endParaRPr lang="en-US" sz="1300" dirty="0"/>
          </a:p>
        </p:txBody>
      </p:sp>
      <p:pic>
        <p:nvPicPr>
          <p:cNvPr id="20" name="Image 4" descr="arrow-right">    </p:cNvPr>
          <p:cNvPicPr>
            <a:picLocks noChangeAspect="1"/>
          </p:cNvPicPr>
          <p:nvPr/>
        </p:nvPicPr>
        <p:blipFill>
          <a:blip r:embed="rId5"/>
          <a:srcRect l="0" r="0" t="0" b="0"/>
          <a:stretch/>
        </p:blipFill>
        <p:spPr>
          <a:xfrm>
            <a:off x="8705850" y="2717502"/>
            <a:ext cx="304800" cy="254000"/>
          </a:xfrm>
          <a:prstGeom prst="rect">
            <a:avLst/>
          </a:prstGeom>
        </p:spPr>
      </p:pic>
      <p:sp>
        <p:nvSpPr>
          <p:cNvPr id="21" name="Shape 14"/>
          <p:cNvSpPr/>
          <p:nvPr/>
        </p:nvSpPr>
        <p:spPr>
          <a:xfrm>
            <a:off x="9118600" y="1865511"/>
            <a:ext cx="2254250" cy="1957983"/>
          </a:xfrm>
          <a:prstGeom prst="roundRect">
            <a:avLst>
              <a:gd name="adj" fmla="val 6162"/>
            </a:avLst>
          </a:prstGeom>
          <a:solidFill>
            <a:srgbClr val="FCFDFD"/>
          </a:solidFill>
          <a:ln w="12700">
            <a:solidFill>
              <a:srgbClr val="D5E3EA"/>
            </a:solidFill>
            <a:prstDash val="solid"/>
          </a:ln>
        </p:spPr>
      </p:sp>
      <p:sp>
        <p:nvSpPr>
          <p:cNvPr id="22" name="Text 15"/>
          <p:cNvSpPr/>
          <p:nvPr/>
        </p:nvSpPr>
        <p:spPr>
          <a:xfrm>
            <a:off x="9315450" y="2062361"/>
            <a:ext cx="1916367"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E6E9C"/>
                </a:solidFill>
                <a:latin typeface="IBM Plex Sans" pitchFamily="34" charset="0"/>
                <a:ea typeface="IBM Plex Sans" pitchFamily="34" charset="-122"/>
                <a:cs typeface="IBM Plex Sans" pitchFamily="34" charset="-120"/>
              </a:rPr>
              <a:t>4 · SALE</a:t>
            </a:r>
            <a:endParaRPr lang="en-US" sz="1200" dirty="0"/>
          </a:p>
        </p:txBody>
      </p:sp>
      <p:sp>
        <p:nvSpPr>
          <p:cNvPr id="23" name="Text 16"/>
          <p:cNvSpPr/>
          <p:nvPr/>
        </p:nvSpPr>
        <p:spPr>
          <a:xfrm>
            <a:off x="9315450" y="2351881"/>
            <a:ext cx="1916367"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C2A3E"/>
                </a:solidFill>
                <a:latin typeface="IBM Plex Sans" pitchFamily="34" charset="0"/>
                <a:ea typeface="IBM Plex Sans" pitchFamily="34" charset="-122"/>
                <a:cs typeface="IBM Plex Sans" pitchFamily="34" charset="-120"/>
              </a:rPr>
              <a:t>Los resultados</a:t>
            </a:r>
            <a:endParaRPr lang="en-US" sz="1800" dirty="0"/>
          </a:p>
        </p:txBody>
      </p:sp>
      <p:sp>
        <p:nvSpPr>
          <p:cNvPr id="24" name="Text 17"/>
          <p:cNvSpPr/>
          <p:nvPr/>
        </p:nvSpPr>
        <p:spPr>
          <a:xfrm>
            <a:off x="9315450" y="2702322"/>
            <a:ext cx="1916367"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E5566"/>
                </a:solidFill>
                <a:latin typeface="IBM Plex Sans" pitchFamily="34" charset="0"/>
                <a:ea typeface="IBM Plex Sans" pitchFamily="34" charset="-122"/>
                <a:cs typeface="IBM Plex Sans" pitchFamily="34" charset="-120"/>
              </a:rPr>
              <a:t>Imagen marcada, tabla, gráfica, CSV y PDF.</a:t>
            </a:r>
            <a:endParaRPr lang="en-US" sz="1300" dirty="0"/>
          </a:p>
        </p:txBody>
      </p:sp>
      <p:sp>
        <p:nvSpPr>
          <p:cNvPr id="25" name="Shape 18"/>
          <p:cNvSpPr/>
          <p:nvPr/>
        </p:nvSpPr>
        <p:spPr>
          <a:xfrm>
            <a:off x="812800" y="4083844"/>
            <a:ext cx="10566400" cy="869950"/>
          </a:xfrm>
          <a:prstGeom prst="roundRect">
            <a:avLst>
              <a:gd name="adj" fmla="val 14599"/>
            </a:avLst>
          </a:prstGeom>
          <a:solidFill>
            <a:srgbClr val="E3EFF5"/>
          </a:solidFill>
          <a:ln/>
        </p:spPr>
      </p:sp>
      <p:pic>
        <p:nvPicPr>
          <p:cNvPr id="26" name="Image 5" descr="Lightbulb">    </p:cNvPr>
          <p:cNvPicPr>
            <a:picLocks noChangeAspect="1"/>
          </p:cNvPicPr>
          <p:nvPr/>
        </p:nvPicPr>
        <p:blipFill>
          <a:blip r:embed="rId6"/>
          <a:srcRect l="-260" r="-260" t="0" b="0"/>
          <a:stretch/>
        </p:blipFill>
        <p:spPr>
          <a:xfrm>
            <a:off x="1041400" y="4366419"/>
            <a:ext cx="248940" cy="304800"/>
          </a:xfrm>
          <a:prstGeom prst="rect">
            <a:avLst/>
          </a:prstGeom>
        </p:spPr>
      </p:pic>
      <p:sp>
        <p:nvSpPr>
          <p:cNvPr id="27" name="Text 19"/>
          <p:cNvSpPr/>
          <p:nvPr/>
        </p:nvSpPr>
        <p:spPr>
          <a:xfrm>
            <a:off x="1417340" y="4261644"/>
            <a:ext cx="10025258"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0C2A3E"/>
                </a:solidFill>
                <a:latin typeface="IBM Plex Sans" pitchFamily="34" charset="0"/>
                <a:ea typeface="IBM Plex Sans" pitchFamily="34" charset="-122"/>
                <a:cs typeface="IBM Plex Sans" pitchFamily="34" charset="-120"/>
              </a:rPr>
              <a:t>Una parte aprende y otra calcula. Lo que aprende necesita ejemplos y entrenamiento; lo que calcula es preciso, repetible y se puede revisar.</a:t>
            </a:r>
            <a:endParaRPr lang="en-US" sz="1500" dirty="0"/>
          </a:p>
        </p:txBody>
      </p:sp>
      <p:sp>
        <p:nvSpPr>
          <p:cNvPr id="28" name="Text 20"/>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7280"/>
                </a:solidFill>
                <a:latin typeface="IBM Plex Sans" pitchFamily="34" charset="0"/>
                <a:ea typeface="IBM Plex Sans" pitchFamily="34" charset="-122"/>
                <a:cs typeface="IBM Plex Sans" pitchFamily="34" charset="-120"/>
              </a:rPr>
              <a:t>BioImage-Repro UAM · Módulo 1 · Video 1</a:t>
            </a:r>
            <a:endParaRPr lang="en-US" sz="1200" dirty="0"/>
          </a:p>
        </p:txBody>
      </p:sp>
      <p:sp>
        <p:nvSpPr>
          <p:cNvPr id="29" name="Text 21"/>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7280"/>
                </a:solidFill>
                <a:latin typeface="IBM Plex Sans" pitchFamily="34" charset="0"/>
                <a:ea typeface="IBM Plex Sans" pitchFamily="34" charset="-122"/>
                <a:cs typeface="IBM Plex Sans" pitchFamily="34" charset="-120"/>
              </a:rPr>
              <a:t>10 / 19</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1F2E"/>
        </a:solidFill>
      </p:bgPr>
    </p:bg>
    <p:spTree>
      <p:nvGrpSpPr>
        <p:cNvPr id="1" name=""/>
        <p:cNvGrpSpPr/>
        <p:nvPr/>
      </p:nvGrpSpPr>
      <p:grpSpPr>
        <a:xfrm>
          <a:off x="0" y="0"/>
          <a:ext cx="0" cy="0"/>
          <a:chOff x="0" y="0"/>
          <a:chExt cx="0" cy="0"/>
        </a:xfrm>
      </p:grpSpPr>
      <p:pic>
        <p:nvPicPr>
          <p:cNvPr id="2" name="Image 0" descr="UAM Unidad Iztapalapa">    </p:cNvPr>
          <p:cNvPicPr>
            <a:picLocks noChangeAspect="1"/>
          </p:cNvPicPr>
          <p:nvPr/>
        </p:nvPicPr>
        <p:blipFill>
          <a:blip r:embed="rId1"/>
          <a:srcRect l="-363" r="-363" t="0" b="0"/>
          <a:stretch/>
        </p:blipFill>
        <p:spPr>
          <a:xfrm>
            <a:off x="10261600" y="228600"/>
            <a:ext cx="508000" cy="406400"/>
          </a:xfrm>
          <a:prstGeom prst="rect">
            <a:avLst/>
          </a:prstGeom>
        </p:spPr>
      </p:pic>
      <p:pic>
        <p:nvPicPr>
          <p:cNvPr id="3" name="Image 1" descr="Logotipo de BioImage-Repro UAM">    </p:cNvPr>
          <p:cNvPicPr>
            <a:picLocks noChangeAspect="1"/>
          </p:cNvPicPr>
          <p:nvPr/>
        </p:nvPicPr>
        <p:blipFill>
          <a:blip r:embed="rId2"/>
          <a:srcRect l="-351" r="-351" t="0" b="0"/>
          <a:stretch/>
        </p:blipFill>
        <p:spPr>
          <a:xfrm>
            <a:off x="10972800" y="228600"/>
            <a:ext cx="406400" cy="406400"/>
          </a:xfrm>
          <a:prstGeom prst="rect">
            <a:avLst/>
          </a:prstGeom>
        </p:spPr>
      </p:pic>
      <p:sp>
        <p:nvSpPr>
          <p:cNvPr id="4" name="Text 0"/>
          <p:cNvSpPr/>
          <p:nvPr/>
        </p:nvSpPr>
        <p:spPr>
          <a:xfrm>
            <a:off x="812800" y="2291159"/>
            <a:ext cx="10883392" cy="274241"/>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F4A259"/>
                </a:solidFill>
                <a:latin typeface="IBM Plex Sans" pitchFamily="34" charset="0"/>
                <a:ea typeface="IBM Plex Sans" pitchFamily="34" charset="-122"/>
                <a:cs typeface="IBM Plex Sans" pitchFamily="34" charset="-120"/>
              </a:rPr>
              <a:t>IMAGEN DIGITAL</a:t>
            </a:r>
            <a:endParaRPr lang="en-US" sz="1400" dirty="0"/>
          </a:p>
        </p:txBody>
      </p:sp>
      <p:sp>
        <p:nvSpPr>
          <p:cNvPr id="5" name="Text 1"/>
          <p:cNvSpPr/>
          <p:nvPr>
            <p:ph type="title"/>
          </p:nvPr>
        </p:nvSpPr>
        <p:spPr>
          <a:xfrm>
            <a:off x="812800" y="2743200"/>
            <a:ext cx="10883392" cy="825500"/>
          </a:xfrm>
          <a:prstGeom prst="rect">
            <a:avLst/>
          </a:prstGeom>
          <a:noFill/>
          <a:ln/>
        </p:spPr>
        <p:txBody>
          <a:bodyPr wrap="square" lIns="0" tIns="0" rIns="0" bIns="0" rtlCol="0" anchor="t">
            <a:normAutofit/>
          </a:bodyPr>
          <a:lstStyle/>
          <a:p>
            <a:pPr algn="l" indent="0" marL="0">
              <a:lnSpc>
                <a:spcPts val="6300"/>
              </a:lnSpc>
              <a:buNone/>
            </a:pPr>
            <a:r>
              <a:rPr lang="en-US" sz="6000" b="1" i="0" dirty="0">
                <a:solidFill>
                  <a:srgbClr val="F1F6F8"/>
                </a:solidFill>
                <a:latin typeface="EB Garamond" pitchFamily="18" charset="0"/>
                <a:ea typeface="EB Garamond" pitchFamily="18" charset="-122"/>
                <a:cs typeface="EB Garamond" pitchFamily="18" charset="-120"/>
              </a:rPr>
              <a:t>¿Qué son las imágenes?</a:t>
            </a:r>
            <a:endParaRPr lang="en-US" sz="6000" dirty="0"/>
          </a:p>
        </p:txBody>
      </p:sp>
      <p:sp>
        <p:nvSpPr>
          <p:cNvPr id="6" name="Text 2"/>
          <p:cNvSpPr/>
          <p:nvPr/>
        </p:nvSpPr>
        <p:spPr>
          <a:xfrm>
            <a:off x="812800" y="3746500"/>
            <a:ext cx="8502650" cy="642541"/>
          </a:xfrm>
          <a:prstGeom prst="rect">
            <a:avLst/>
          </a:prstGeom>
          <a:noFill/>
          <a:ln/>
        </p:spPr>
        <p:txBody>
          <a:bodyPr wrap="square" lIns="0" tIns="0" rIns="0" bIns="0" rtlCol="0" anchor="t">
            <a:normAutofit/>
          </a:bodyPr>
          <a:lstStyle/>
          <a:p>
            <a:pPr algn="l" indent="0" marL="0">
              <a:lnSpc>
                <a:spcPts val="2430"/>
              </a:lnSpc>
              <a:buNone/>
            </a:pPr>
            <a:r>
              <a:rPr lang="en-US" sz="1800" dirty="0">
                <a:solidFill>
                  <a:srgbClr val="C3D7E2"/>
                </a:solidFill>
                <a:latin typeface="IBM Plex Sans" pitchFamily="34" charset="0"/>
                <a:ea typeface="IBM Plex Sans" pitchFamily="34" charset="-122"/>
                <a:cs typeface="IBM Plex Sans" pitchFamily="34" charset="-120"/>
              </a:rPr>
              <a:t>Antes de hablar de redes hay que entender qué es una imagen para una computadora.</a:t>
            </a:r>
            <a:endParaRPr lang="en-US" sz="1800" dirty="0"/>
          </a:p>
        </p:txBody>
      </p:sp>
      <p:sp>
        <p:nvSpPr>
          <p:cNvPr id="7" name="Text 3"/>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9B8"/>
                </a:solidFill>
                <a:latin typeface="IBM Plex Sans" pitchFamily="34" charset="0"/>
                <a:ea typeface="IBM Plex Sans" pitchFamily="34" charset="-122"/>
                <a:cs typeface="IBM Plex Sans" pitchFamily="34" charset="-120"/>
              </a:rPr>
              <a:t>BioImage-Repro UAM · Módulo 1 · Video 1</a:t>
            </a:r>
            <a:endParaRPr lang="en-US" sz="1200" dirty="0"/>
          </a:p>
        </p:txBody>
      </p:sp>
      <p:sp>
        <p:nvSpPr>
          <p:cNvPr id="8" name="Text 4"/>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FA9B8"/>
                </a:solidFill>
                <a:latin typeface="IBM Plex Sans" pitchFamily="34" charset="0"/>
                <a:ea typeface="IBM Plex Sans" pitchFamily="34" charset="-122"/>
                <a:cs typeface="IBM Plex Sans" pitchFamily="34" charset="-120"/>
              </a:rPr>
              <a:t>11 / 19</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8FA"/>
        </a:solidFill>
      </p:bgPr>
    </p:bg>
    <p:spTree>
      <p:nvGrpSpPr>
        <p:cNvPr id="1" name=""/>
        <p:cNvGrpSpPr/>
        <p:nvPr/>
      </p:nvGrpSpPr>
      <p:grpSpPr>
        <a:xfrm>
          <a:off x="0" y="0"/>
          <a:ext cx="0" cy="0"/>
          <a:chOff x="0" y="0"/>
          <a:chExt cx="0" cy="0"/>
        </a:xfrm>
      </p:grpSpPr>
      <p:pic>
        <p:nvPicPr>
          <p:cNvPr id="2" name="Image 0" descr="UAM Unidad Iztapalapa">    </p:cNvPr>
          <p:cNvPicPr>
            <a:picLocks noChangeAspect="1"/>
          </p:cNvPicPr>
          <p:nvPr/>
        </p:nvPicPr>
        <p:blipFill>
          <a:blip r:embed="rId1"/>
          <a:srcRect l="-363" r="-363" t="0" b="0"/>
          <a:stretch/>
        </p:blipFill>
        <p:spPr>
          <a:xfrm>
            <a:off x="10261600" y="228600"/>
            <a:ext cx="508000" cy="406400"/>
          </a:xfrm>
          <a:prstGeom prst="rect">
            <a:avLst/>
          </a:prstGeom>
        </p:spPr>
      </p:pic>
      <p:pic>
        <p:nvPicPr>
          <p:cNvPr id="3" name="Image 1" descr="Logotipo de BioImage-Repro UAM">    </p:cNvPr>
          <p:cNvPicPr>
            <a:picLocks noChangeAspect="1"/>
          </p:cNvPicPr>
          <p:nvPr/>
        </p:nvPicPr>
        <p:blipFill>
          <a:blip r:embed="rId2"/>
          <a:srcRect l="-351" r="-351" t="0" b="0"/>
          <a:stretch/>
        </p:blipFill>
        <p:spPr>
          <a:xfrm>
            <a:off x="10972800" y="228600"/>
            <a:ext cx="406400" cy="406400"/>
          </a:xfrm>
          <a:prstGeom prst="rect">
            <a:avLst/>
          </a:prstGeom>
        </p:spPr>
      </p:pic>
      <p:sp>
        <p:nvSpPr>
          <p:cNvPr id="4"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3480F"/>
                </a:solidFill>
                <a:latin typeface="IBM Plex Sans" pitchFamily="34" charset="0"/>
                <a:ea typeface="IBM Plex Sans" pitchFamily="34" charset="-122"/>
                <a:cs typeface="IBM Plex Sans" pitchFamily="34" charset="-120"/>
              </a:rPr>
              <a:t>QUÉ ES UNA IMAGEN DIGITAL</a:t>
            </a:r>
            <a:endParaRPr lang="en-US" sz="1200" dirty="0"/>
          </a:p>
        </p:txBody>
      </p:sp>
      <p:sp>
        <p:nvSpPr>
          <p:cNvPr id="5" name="Text 1"/>
          <p:cNvSpPr/>
          <p:nvPr>
            <p:ph type="title"/>
          </p:nvPr>
        </p:nvSpPr>
        <p:spPr>
          <a:xfrm>
            <a:off x="812800" y="11023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0C2A3E"/>
                </a:solidFill>
                <a:latin typeface="EB Garamond" pitchFamily="18" charset="0"/>
                <a:ea typeface="EB Garamond" pitchFamily="18" charset="-122"/>
                <a:cs typeface="EB Garamond" pitchFamily="18" charset="-120"/>
              </a:rPr>
              <a:t>Una imagen digital es una tabla de números</a:t>
            </a:r>
            <a:endParaRPr lang="en-US" sz="3200" dirty="0"/>
          </a:p>
        </p:txBody>
      </p:sp>
      <p:sp>
        <p:nvSpPr>
          <p:cNvPr id="6" name="Text 2"/>
          <p:cNvSpPr/>
          <p:nvPr/>
        </p:nvSpPr>
        <p:spPr>
          <a:xfrm>
            <a:off x="812800" y="1777901"/>
            <a:ext cx="736600" cy="487660"/>
          </a:xfrm>
          <a:prstGeom prst="rect">
            <a:avLst/>
          </a:prstGeom>
          <a:solidFill>
            <a:srgbClr val="101010"/>
          </a:solidFill>
          <a:ln/>
        </p:spPr>
        <p:txBody>
          <a:bodyPr wrap="square" lIns="0" tIns="101600" rIns="0" bIns="76200" rtlCol="0" anchor="t">
            <a:normAutofit/>
          </a:bodyPr>
          <a:lstStyle/>
          <a:p>
            <a:pPr algn="ctr" indent="0" marL="0">
              <a:lnSpc>
                <a:spcPts val="2240"/>
              </a:lnSpc>
              <a:buNone/>
            </a:pPr>
            <a:r>
              <a:rPr lang="en-US" sz="1600" dirty="0">
                <a:solidFill>
                  <a:srgbClr val="F1F6F8"/>
                </a:solidFill>
                <a:latin typeface="IBM Plex Sans" pitchFamily="34" charset="0"/>
                <a:ea typeface="IBM Plex Sans" pitchFamily="34" charset="-122"/>
                <a:cs typeface="IBM Plex Sans" pitchFamily="34" charset="-120"/>
              </a:rPr>
              <a:t>16</a:t>
            </a:r>
            <a:endParaRPr lang="en-US" sz="1600" dirty="0"/>
          </a:p>
        </p:txBody>
      </p:sp>
      <p:sp>
        <p:nvSpPr>
          <p:cNvPr id="7" name="Text 3"/>
          <p:cNvSpPr/>
          <p:nvPr/>
        </p:nvSpPr>
        <p:spPr>
          <a:xfrm>
            <a:off x="1587500" y="1777901"/>
            <a:ext cx="736600" cy="487660"/>
          </a:xfrm>
          <a:prstGeom prst="rect">
            <a:avLst/>
          </a:prstGeom>
          <a:solidFill>
            <a:srgbClr val="1E1E1E"/>
          </a:solidFill>
          <a:ln/>
        </p:spPr>
        <p:txBody>
          <a:bodyPr wrap="square" lIns="0" tIns="101600" rIns="0" bIns="76200" rtlCol="0" anchor="t">
            <a:normAutofit/>
          </a:bodyPr>
          <a:lstStyle/>
          <a:p>
            <a:pPr algn="ctr" indent="0" marL="0">
              <a:lnSpc>
                <a:spcPts val="2240"/>
              </a:lnSpc>
              <a:buNone/>
            </a:pPr>
            <a:r>
              <a:rPr lang="en-US" sz="1600" dirty="0">
                <a:solidFill>
                  <a:srgbClr val="F1F6F8"/>
                </a:solidFill>
                <a:latin typeface="IBM Plex Sans" pitchFamily="34" charset="0"/>
                <a:ea typeface="IBM Plex Sans" pitchFamily="34" charset="-122"/>
                <a:cs typeface="IBM Plex Sans" pitchFamily="34" charset="-120"/>
              </a:rPr>
              <a:t>30</a:t>
            </a:r>
            <a:endParaRPr lang="en-US" sz="1600" dirty="0"/>
          </a:p>
        </p:txBody>
      </p:sp>
      <p:sp>
        <p:nvSpPr>
          <p:cNvPr id="8" name="Text 4"/>
          <p:cNvSpPr/>
          <p:nvPr/>
        </p:nvSpPr>
        <p:spPr>
          <a:xfrm>
            <a:off x="2362200" y="1777901"/>
            <a:ext cx="736600" cy="487660"/>
          </a:xfrm>
          <a:prstGeom prst="rect">
            <a:avLst/>
          </a:prstGeom>
          <a:solidFill>
            <a:srgbClr val="3E3E3E"/>
          </a:solidFill>
          <a:ln/>
        </p:spPr>
        <p:txBody>
          <a:bodyPr wrap="square" lIns="0" tIns="101600" rIns="0" bIns="76200" rtlCol="0" anchor="t">
            <a:normAutofit/>
          </a:bodyPr>
          <a:lstStyle/>
          <a:p>
            <a:pPr algn="ctr" indent="0" marL="0">
              <a:lnSpc>
                <a:spcPts val="2240"/>
              </a:lnSpc>
              <a:buNone/>
            </a:pPr>
            <a:r>
              <a:rPr lang="en-US" sz="1600" dirty="0">
                <a:solidFill>
                  <a:srgbClr val="F1F6F8"/>
                </a:solidFill>
                <a:latin typeface="IBM Plex Sans" pitchFamily="34" charset="0"/>
                <a:ea typeface="IBM Plex Sans" pitchFamily="34" charset="-122"/>
                <a:cs typeface="IBM Plex Sans" pitchFamily="34" charset="-120"/>
              </a:rPr>
              <a:t>62</a:t>
            </a:r>
            <a:endParaRPr lang="en-US" sz="1600" dirty="0"/>
          </a:p>
        </p:txBody>
      </p:sp>
      <p:sp>
        <p:nvSpPr>
          <p:cNvPr id="9" name="Text 5"/>
          <p:cNvSpPr/>
          <p:nvPr/>
        </p:nvSpPr>
        <p:spPr>
          <a:xfrm>
            <a:off x="3136900" y="1777901"/>
            <a:ext cx="736600" cy="487660"/>
          </a:xfrm>
          <a:prstGeom prst="rect">
            <a:avLst/>
          </a:prstGeom>
          <a:solidFill>
            <a:srgbClr val="505050"/>
          </a:solidFill>
          <a:ln/>
        </p:spPr>
        <p:txBody>
          <a:bodyPr wrap="square" lIns="0" tIns="101600" rIns="0" bIns="76200" rtlCol="0" anchor="t">
            <a:normAutofit/>
          </a:bodyPr>
          <a:lstStyle/>
          <a:p>
            <a:pPr algn="ctr" indent="0" marL="0">
              <a:lnSpc>
                <a:spcPts val="2240"/>
              </a:lnSpc>
              <a:buNone/>
            </a:pPr>
            <a:r>
              <a:rPr lang="en-US" sz="1600" dirty="0">
                <a:solidFill>
                  <a:srgbClr val="F1F6F8"/>
                </a:solidFill>
                <a:latin typeface="IBM Plex Sans" pitchFamily="34" charset="0"/>
                <a:ea typeface="IBM Plex Sans" pitchFamily="34" charset="-122"/>
                <a:cs typeface="IBM Plex Sans" pitchFamily="34" charset="-120"/>
              </a:rPr>
              <a:t>80</a:t>
            </a:r>
            <a:endParaRPr lang="en-US" sz="1600" dirty="0"/>
          </a:p>
        </p:txBody>
      </p:sp>
      <p:sp>
        <p:nvSpPr>
          <p:cNvPr id="10" name="Text 6"/>
          <p:cNvSpPr/>
          <p:nvPr/>
        </p:nvSpPr>
        <p:spPr>
          <a:xfrm>
            <a:off x="3911600" y="1777901"/>
            <a:ext cx="736600" cy="487660"/>
          </a:xfrm>
          <a:prstGeom prst="rect">
            <a:avLst/>
          </a:prstGeom>
          <a:solidFill>
            <a:srgbClr val="3A3A3A"/>
          </a:solidFill>
          <a:ln/>
        </p:spPr>
        <p:txBody>
          <a:bodyPr wrap="square" lIns="0" tIns="101600" rIns="0" bIns="76200" rtlCol="0" anchor="t">
            <a:normAutofit/>
          </a:bodyPr>
          <a:lstStyle/>
          <a:p>
            <a:pPr algn="ctr" indent="0" marL="0">
              <a:lnSpc>
                <a:spcPts val="2240"/>
              </a:lnSpc>
              <a:buNone/>
            </a:pPr>
            <a:r>
              <a:rPr lang="en-US" sz="1600" dirty="0">
                <a:solidFill>
                  <a:srgbClr val="F1F6F8"/>
                </a:solidFill>
                <a:latin typeface="IBM Plex Sans" pitchFamily="34" charset="0"/>
                <a:ea typeface="IBM Plex Sans" pitchFamily="34" charset="-122"/>
                <a:cs typeface="IBM Plex Sans" pitchFamily="34" charset="-120"/>
              </a:rPr>
              <a:t>58</a:t>
            </a:r>
            <a:endParaRPr lang="en-US" sz="1600" dirty="0"/>
          </a:p>
        </p:txBody>
      </p:sp>
      <p:sp>
        <p:nvSpPr>
          <p:cNvPr id="11" name="Text 7"/>
          <p:cNvSpPr/>
          <p:nvPr/>
        </p:nvSpPr>
        <p:spPr>
          <a:xfrm>
            <a:off x="4686300" y="1777901"/>
            <a:ext cx="736600" cy="487660"/>
          </a:xfrm>
          <a:prstGeom prst="rect">
            <a:avLst/>
          </a:prstGeom>
          <a:solidFill>
            <a:srgbClr val="1C1C1C"/>
          </a:solidFill>
          <a:ln/>
        </p:spPr>
        <p:txBody>
          <a:bodyPr wrap="square" lIns="0" tIns="101600" rIns="0" bIns="76200" rtlCol="0" anchor="t">
            <a:normAutofit/>
          </a:bodyPr>
          <a:lstStyle/>
          <a:p>
            <a:pPr algn="ctr" indent="0" marL="0">
              <a:lnSpc>
                <a:spcPts val="2240"/>
              </a:lnSpc>
              <a:buNone/>
            </a:pPr>
            <a:r>
              <a:rPr lang="en-US" sz="1600" dirty="0">
                <a:solidFill>
                  <a:srgbClr val="F1F6F8"/>
                </a:solidFill>
                <a:latin typeface="IBM Plex Sans" pitchFamily="34" charset="0"/>
                <a:ea typeface="IBM Plex Sans" pitchFamily="34" charset="-122"/>
                <a:cs typeface="IBM Plex Sans" pitchFamily="34" charset="-120"/>
              </a:rPr>
              <a:t>28</a:t>
            </a:r>
            <a:endParaRPr lang="en-US" sz="1600" dirty="0"/>
          </a:p>
        </p:txBody>
      </p:sp>
      <p:sp>
        <p:nvSpPr>
          <p:cNvPr id="12" name="Text 8"/>
          <p:cNvSpPr/>
          <p:nvPr/>
        </p:nvSpPr>
        <p:spPr>
          <a:xfrm>
            <a:off x="5461000" y="1777901"/>
            <a:ext cx="736600" cy="487660"/>
          </a:xfrm>
          <a:prstGeom prst="rect">
            <a:avLst/>
          </a:prstGeom>
          <a:solidFill>
            <a:srgbClr val="0F0F0F"/>
          </a:solidFill>
          <a:ln/>
        </p:spPr>
        <p:txBody>
          <a:bodyPr wrap="square" lIns="0" tIns="101600" rIns="0" bIns="76200" rtlCol="0" anchor="t">
            <a:normAutofit/>
          </a:bodyPr>
          <a:lstStyle/>
          <a:p>
            <a:pPr algn="ctr" indent="0" marL="0">
              <a:lnSpc>
                <a:spcPts val="2240"/>
              </a:lnSpc>
              <a:buNone/>
            </a:pPr>
            <a:r>
              <a:rPr lang="en-US" sz="1600" dirty="0">
                <a:solidFill>
                  <a:srgbClr val="F1F6F8"/>
                </a:solidFill>
                <a:latin typeface="IBM Plex Sans" pitchFamily="34" charset="0"/>
                <a:ea typeface="IBM Plex Sans" pitchFamily="34" charset="-122"/>
                <a:cs typeface="IBM Plex Sans" pitchFamily="34" charset="-120"/>
              </a:rPr>
              <a:t>15</a:t>
            </a:r>
            <a:endParaRPr lang="en-US" sz="1600" dirty="0"/>
          </a:p>
        </p:txBody>
      </p:sp>
      <p:sp>
        <p:nvSpPr>
          <p:cNvPr id="13" name="Text 9"/>
          <p:cNvSpPr/>
          <p:nvPr/>
        </p:nvSpPr>
        <p:spPr>
          <a:xfrm>
            <a:off x="812800" y="2303661"/>
            <a:ext cx="736600" cy="487660"/>
          </a:xfrm>
          <a:prstGeom prst="rect">
            <a:avLst/>
          </a:prstGeom>
          <a:solidFill>
            <a:srgbClr val="131313"/>
          </a:solidFill>
          <a:ln/>
        </p:spPr>
        <p:txBody>
          <a:bodyPr wrap="square" lIns="0" tIns="101600" rIns="0" bIns="76200" rtlCol="0" anchor="t">
            <a:normAutofit/>
          </a:bodyPr>
          <a:lstStyle/>
          <a:p>
            <a:pPr algn="ctr" indent="0" marL="0">
              <a:lnSpc>
                <a:spcPts val="2240"/>
              </a:lnSpc>
              <a:buNone/>
            </a:pPr>
            <a:r>
              <a:rPr lang="en-US" sz="1600" dirty="0">
                <a:solidFill>
                  <a:srgbClr val="F1F6F8"/>
                </a:solidFill>
                <a:latin typeface="IBM Plex Sans" pitchFamily="34" charset="0"/>
                <a:ea typeface="IBM Plex Sans" pitchFamily="34" charset="-122"/>
                <a:cs typeface="IBM Plex Sans" pitchFamily="34" charset="-120"/>
              </a:rPr>
              <a:t>19</a:t>
            </a:r>
            <a:endParaRPr lang="en-US" sz="1600" dirty="0"/>
          </a:p>
        </p:txBody>
      </p:sp>
      <p:sp>
        <p:nvSpPr>
          <p:cNvPr id="14" name="Text 10"/>
          <p:cNvSpPr/>
          <p:nvPr/>
        </p:nvSpPr>
        <p:spPr>
          <a:xfrm>
            <a:off x="1587500" y="2303661"/>
            <a:ext cx="736600" cy="487660"/>
          </a:xfrm>
          <a:prstGeom prst="rect">
            <a:avLst/>
          </a:prstGeom>
          <a:solidFill>
            <a:srgbClr val="464646"/>
          </a:solidFill>
          <a:ln/>
        </p:spPr>
        <p:txBody>
          <a:bodyPr wrap="square" lIns="0" tIns="101600" rIns="0" bIns="76200" rtlCol="0" anchor="t">
            <a:normAutofit/>
          </a:bodyPr>
          <a:lstStyle/>
          <a:p>
            <a:pPr algn="ctr" indent="0" marL="0">
              <a:lnSpc>
                <a:spcPts val="2240"/>
              </a:lnSpc>
              <a:buNone/>
            </a:pPr>
            <a:r>
              <a:rPr lang="en-US" sz="1600" dirty="0">
                <a:solidFill>
                  <a:srgbClr val="F1F6F8"/>
                </a:solidFill>
                <a:latin typeface="IBM Plex Sans" pitchFamily="34" charset="0"/>
                <a:ea typeface="IBM Plex Sans" pitchFamily="34" charset="-122"/>
                <a:cs typeface="IBM Plex Sans" pitchFamily="34" charset="-120"/>
              </a:rPr>
              <a:t>70</a:t>
            </a:r>
            <a:endParaRPr lang="en-US" sz="1600" dirty="0"/>
          </a:p>
        </p:txBody>
      </p:sp>
      <p:sp>
        <p:nvSpPr>
          <p:cNvPr id="15" name="Text 11"/>
          <p:cNvSpPr/>
          <p:nvPr/>
        </p:nvSpPr>
        <p:spPr>
          <a:xfrm>
            <a:off x="2362200" y="2303661"/>
            <a:ext cx="736600" cy="487660"/>
          </a:xfrm>
          <a:prstGeom prst="rect">
            <a:avLst/>
          </a:prstGeom>
          <a:solidFill>
            <a:srgbClr val="A8A8A8"/>
          </a:solidFill>
          <a:ln/>
        </p:spPr>
        <p:txBody>
          <a:bodyPr wrap="square" lIns="0" tIns="101600" rIns="0" bIns="76200" rtlCol="0" anchor="t">
            <a:normAutofit/>
          </a:bodyPr>
          <a:lstStyle/>
          <a:p>
            <a:pPr algn="ctr" indent="0" marL="0">
              <a:lnSpc>
                <a:spcPts val="2240"/>
              </a:lnSpc>
              <a:buNone/>
            </a:pPr>
            <a:r>
              <a:rPr lang="en-US" sz="1600" dirty="0">
                <a:solidFill>
                  <a:srgbClr val="0B1F2E"/>
                </a:solidFill>
                <a:latin typeface="IBM Plex Sans" pitchFamily="34" charset="0"/>
                <a:ea typeface="IBM Plex Sans" pitchFamily="34" charset="-122"/>
                <a:cs typeface="IBM Plex Sans" pitchFamily="34" charset="-120"/>
              </a:rPr>
              <a:t>168</a:t>
            </a:r>
            <a:endParaRPr lang="en-US" sz="1600" dirty="0"/>
          </a:p>
        </p:txBody>
      </p:sp>
      <p:sp>
        <p:nvSpPr>
          <p:cNvPr id="16" name="Text 12"/>
          <p:cNvSpPr/>
          <p:nvPr/>
        </p:nvSpPr>
        <p:spPr>
          <a:xfrm>
            <a:off x="3136900" y="2303661"/>
            <a:ext cx="736600" cy="487660"/>
          </a:xfrm>
          <a:prstGeom prst="rect">
            <a:avLst/>
          </a:prstGeom>
          <a:solidFill>
            <a:srgbClr val="D2D2D2"/>
          </a:solidFill>
          <a:ln/>
        </p:spPr>
        <p:txBody>
          <a:bodyPr wrap="square" lIns="0" tIns="101600" rIns="0" bIns="76200" rtlCol="0" anchor="t">
            <a:normAutofit/>
          </a:bodyPr>
          <a:lstStyle/>
          <a:p>
            <a:pPr algn="ctr" indent="0" marL="0">
              <a:lnSpc>
                <a:spcPts val="2240"/>
              </a:lnSpc>
              <a:buNone/>
            </a:pPr>
            <a:r>
              <a:rPr lang="en-US" sz="1600" dirty="0">
                <a:solidFill>
                  <a:srgbClr val="0B1F2E"/>
                </a:solidFill>
                <a:latin typeface="IBM Plex Sans" pitchFamily="34" charset="0"/>
                <a:ea typeface="IBM Plex Sans" pitchFamily="34" charset="-122"/>
                <a:cs typeface="IBM Plex Sans" pitchFamily="34" charset="-120"/>
              </a:rPr>
              <a:t>210</a:t>
            </a:r>
            <a:endParaRPr lang="en-US" sz="1600" dirty="0"/>
          </a:p>
        </p:txBody>
      </p:sp>
      <p:sp>
        <p:nvSpPr>
          <p:cNvPr id="17" name="Text 13"/>
          <p:cNvSpPr/>
          <p:nvPr/>
        </p:nvSpPr>
        <p:spPr>
          <a:xfrm>
            <a:off x="3911600" y="2303661"/>
            <a:ext cx="736600" cy="487660"/>
          </a:xfrm>
          <a:prstGeom prst="rect">
            <a:avLst/>
          </a:prstGeom>
          <a:solidFill>
            <a:srgbClr val="A0A0A0"/>
          </a:solidFill>
          <a:ln/>
        </p:spPr>
        <p:txBody>
          <a:bodyPr wrap="square" lIns="0" tIns="101600" rIns="0" bIns="76200" rtlCol="0" anchor="t">
            <a:normAutofit/>
          </a:bodyPr>
          <a:lstStyle/>
          <a:p>
            <a:pPr algn="ctr" indent="0" marL="0">
              <a:lnSpc>
                <a:spcPts val="2240"/>
              </a:lnSpc>
              <a:buNone/>
            </a:pPr>
            <a:r>
              <a:rPr lang="en-US" sz="1600" dirty="0">
                <a:solidFill>
                  <a:srgbClr val="0B1F2E"/>
                </a:solidFill>
                <a:latin typeface="IBM Plex Sans" pitchFamily="34" charset="0"/>
                <a:ea typeface="IBM Plex Sans" pitchFamily="34" charset="-122"/>
                <a:cs typeface="IBM Plex Sans" pitchFamily="34" charset="-120"/>
              </a:rPr>
              <a:t>160</a:t>
            </a:r>
            <a:endParaRPr lang="en-US" sz="1600" dirty="0"/>
          </a:p>
        </p:txBody>
      </p:sp>
      <p:sp>
        <p:nvSpPr>
          <p:cNvPr id="18" name="Text 14"/>
          <p:cNvSpPr/>
          <p:nvPr/>
        </p:nvSpPr>
        <p:spPr>
          <a:xfrm>
            <a:off x="4686300" y="2303661"/>
            <a:ext cx="736600" cy="487660"/>
          </a:xfrm>
          <a:prstGeom prst="rect">
            <a:avLst/>
          </a:prstGeom>
          <a:solidFill>
            <a:srgbClr val="404040"/>
          </a:solidFill>
          <a:ln/>
        </p:spPr>
        <p:txBody>
          <a:bodyPr wrap="square" lIns="0" tIns="101600" rIns="0" bIns="76200" rtlCol="0" anchor="t">
            <a:normAutofit/>
          </a:bodyPr>
          <a:lstStyle/>
          <a:p>
            <a:pPr algn="ctr" indent="0" marL="0">
              <a:lnSpc>
                <a:spcPts val="2240"/>
              </a:lnSpc>
              <a:buNone/>
            </a:pPr>
            <a:r>
              <a:rPr lang="en-US" sz="1600" dirty="0">
                <a:solidFill>
                  <a:srgbClr val="F1F6F8"/>
                </a:solidFill>
                <a:latin typeface="IBM Plex Sans" pitchFamily="34" charset="0"/>
                <a:ea typeface="IBM Plex Sans" pitchFamily="34" charset="-122"/>
                <a:cs typeface="IBM Plex Sans" pitchFamily="34" charset="-120"/>
              </a:rPr>
              <a:t>64</a:t>
            </a:r>
            <a:endParaRPr lang="en-US" sz="1600" dirty="0"/>
          </a:p>
        </p:txBody>
      </p:sp>
      <p:sp>
        <p:nvSpPr>
          <p:cNvPr id="19" name="Text 15"/>
          <p:cNvSpPr/>
          <p:nvPr/>
        </p:nvSpPr>
        <p:spPr>
          <a:xfrm>
            <a:off x="5461000" y="2303661"/>
            <a:ext cx="736600" cy="487660"/>
          </a:xfrm>
          <a:prstGeom prst="rect">
            <a:avLst/>
          </a:prstGeom>
          <a:solidFill>
            <a:srgbClr val="121212"/>
          </a:solidFill>
          <a:ln/>
        </p:spPr>
        <p:txBody>
          <a:bodyPr wrap="square" lIns="0" tIns="101600" rIns="0" bIns="76200" rtlCol="0" anchor="t">
            <a:normAutofit/>
          </a:bodyPr>
          <a:lstStyle/>
          <a:p>
            <a:pPr algn="ctr" indent="0" marL="0">
              <a:lnSpc>
                <a:spcPts val="2240"/>
              </a:lnSpc>
              <a:buNone/>
            </a:pPr>
            <a:r>
              <a:rPr lang="en-US" sz="1600" dirty="0">
                <a:solidFill>
                  <a:srgbClr val="F1F6F8"/>
                </a:solidFill>
                <a:latin typeface="IBM Plex Sans" pitchFamily="34" charset="0"/>
                <a:ea typeface="IBM Plex Sans" pitchFamily="34" charset="-122"/>
                <a:cs typeface="IBM Plex Sans" pitchFamily="34" charset="-120"/>
              </a:rPr>
              <a:t>18</a:t>
            </a:r>
            <a:endParaRPr lang="en-US" sz="1600" dirty="0"/>
          </a:p>
        </p:txBody>
      </p:sp>
      <p:sp>
        <p:nvSpPr>
          <p:cNvPr id="20" name="Text 16"/>
          <p:cNvSpPr/>
          <p:nvPr/>
        </p:nvSpPr>
        <p:spPr>
          <a:xfrm>
            <a:off x="812800" y="2829421"/>
            <a:ext cx="736600" cy="487660"/>
          </a:xfrm>
          <a:prstGeom prst="rect">
            <a:avLst/>
          </a:prstGeom>
          <a:solidFill>
            <a:srgbClr val="151515"/>
          </a:solidFill>
          <a:ln/>
        </p:spPr>
        <p:txBody>
          <a:bodyPr wrap="square" lIns="0" tIns="101600" rIns="0" bIns="76200" rtlCol="0" anchor="t">
            <a:normAutofit/>
          </a:bodyPr>
          <a:lstStyle/>
          <a:p>
            <a:pPr algn="ctr" indent="0" marL="0">
              <a:lnSpc>
                <a:spcPts val="2240"/>
              </a:lnSpc>
              <a:buNone/>
            </a:pPr>
            <a:r>
              <a:rPr lang="en-US" sz="1600" dirty="0">
                <a:solidFill>
                  <a:srgbClr val="F1F6F8"/>
                </a:solidFill>
                <a:latin typeface="IBM Plex Sans" pitchFamily="34" charset="0"/>
                <a:ea typeface="IBM Plex Sans" pitchFamily="34" charset="-122"/>
                <a:cs typeface="IBM Plex Sans" pitchFamily="34" charset="-120"/>
              </a:rPr>
              <a:t>21</a:t>
            </a:r>
            <a:endParaRPr lang="en-US" sz="1600" dirty="0"/>
          </a:p>
        </p:txBody>
      </p:sp>
      <p:sp>
        <p:nvSpPr>
          <p:cNvPr id="21" name="Text 17"/>
          <p:cNvSpPr/>
          <p:nvPr/>
        </p:nvSpPr>
        <p:spPr>
          <a:xfrm>
            <a:off x="1587500" y="2829421"/>
            <a:ext cx="736600" cy="487660"/>
          </a:xfrm>
          <a:prstGeom prst="rect">
            <a:avLst/>
          </a:prstGeom>
          <a:solidFill>
            <a:srgbClr val="585858"/>
          </a:solidFill>
          <a:ln/>
        </p:spPr>
        <p:txBody>
          <a:bodyPr wrap="square" lIns="0" tIns="101600" rIns="0" bIns="76200" rtlCol="0" anchor="t">
            <a:normAutofit/>
          </a:bodyPr>
          <a:lstStyle/>
          <a:p>
            <a:pPr algn="ctr" indent="0" marL="0">
              <a:lnSpc>
                <a:spcPts val="2240"/>
              </a:lnSpc>
              <a:buNone/>
            </a:pPr>
            <a:r>
              <a:rPr lang="en-US" sz="1600" dirty="0">
                <a:solidFill>
                  <a:srgbClr val="F1F6F8"/>
                </a:solidFill>
                <a:latin typeface="IBM Plex Sans" pitchFamily="34" charset="0"/>
                <a:ea typeface="IBM Plex Sans" pitchFamily="34" charset="-122"/>
                <a:cs typeface="IBM Plex Sans" pitchFamily="34" charset="-120"/>
              </a:rPr>
              <a:t>88</a:t>
            </a:r>
            <a:endParaRPr lang="en-US" sz="1600" dirty="0"/>
          </a:p>
        </p:txBody>
      </p:sp>
      <p:sp>
        <p:nvSpPr>
          <p:cNvPr id="22" name="Text 18"/>
          <p:cNvSpPr/>
          <p:nvPr/>
        </p:nvSpPr>
        <p:spPr>
          <a:xfrm>
            <a:off x="2362200" y="2829421"/>
            <a:ext cx="736600" cy="487660"/>
          </a:xfrm>
          <a:prstGeom prst="rect">
            <a:avLst/>
          </a:prstGeom>
          <a:solidFill>
            <a:srgbClr val="D6D6D6"/>
          </a:solidFill>
          <a:ln/>
        </p:spPr>
        <p:txBody>
          <a:bodyPr wrap="square" lIns="0" tIns="101600" rIns="0" bIns="76200" rtlCol="0" anchor="t">
            <a:normAutofit/>
          </a:bodyPr>
          <a:lstStyle/>
          <a:p>
            <a:pPr algn="ctr" indent="0" marL="0">
              <a:lnSpc>
                <a:spcPts val="2240"/>
              </a:lnSpc>
              <a:buNone/>
            </a:pPr>
            <a:r>
              <a:rPr lang="en-US" sz="1600" dirty="0">
                <a:solidFill>
                  <a:srgbClr val="0B1F2E"/>
                </a:solidFill>
                <a:latin typeface="IBM Plex Sans" pitchFamily="34" charset="0"/>
                <a:ea typeface="IBM Plex Sans" pitchFamily="34" charset="-122"/>
                <a:cs typeface="IBM Plex Sans" pitchFamily="34" charset="-120"/>
              </a:rPr>
              <a:t>214</a:t>
            </a:r>
            <a:endParaRPr lang="en-US" sz="1600" dirty="0"/>
          </a:p>
        </p:txBody>
      </p:sp>
      <p:sp>
        <p:nvSpPr>
          <p:cNvPr id="23" name="Text 19"/>
          <p:cNvSpPr/>
          <p:nvPr/>
        </p:nvSpPr>
        <p:spPr>
          <a:xfrm>
            <a:off x="3136900" y="2829421"/>
            <a:ext cx="736600" cy="487660"/>
          </a:xfrm>
          <a:prstGeom prst="rect">
            <a:avLst/>
          </a:prstGeom>
          <a:solidFill>
            <a:srgbClr val="FFFFFF"/>
          </a:solidFill>
          <a:ln/>
        </p:spPr>
        <p:txBody>
          <a:bodyPr wrap="square" lIns="0" tIns="101600" rIns="0" bIns="76200" rtlCol="0" anchor="t">
            <a:normAutofit/>
          </a:bodyPr>
          <a:lstStyle/>
          <a:p>
            <a:pPr algn="ctr" indent="0" marL="0">
              <a:lnSpc>
                <a:spcPts val="2240"/>
              </a:lnSpc>
              <a:buNone/>
            </a:pPr>
            <a:r>
              <a:rPr lang="en-US" sz="1600" dirty="0">
                <a:solidFill>
                  <a:srgbClr val="0B1F2E"/>
                </a:solidFill>
                <a:latin typeface="IBM Plex Sans" pitchFamily="34" charset="0"/>
                <a:ea typeface="IBM Plex Sans" pitchFamily="34" charset="-122"/>
                <a:cs typeface="IBM Plex Sans" pitchFamily="34" charset="-120"/>
              </a:rPr>
              <a:t>255</a:t>
            </a:r>
            <a:endParaRPr lang="en-US" sz="1600" dirty="0"/>
          </a:p>
        </p:txBody>
      </p:sp>
      <p:sp>
        <p:nvSpPr>
          <p:cNvPr id="24" name="Text 20"/>
          <p:cNvSpPr/>
          <p:nvPr/>
        </p:nvSpPr>
        <p:spPr>
          <a:xfrm>
            <a:off x="3911600" y="2829421"/>
            <a:ext cx="736600" cy="487660"/>
          </a:xfrm>
          <a:prstGeom prst="rect">
            <a:avLst/>
          </a:prstGeom>
          <a:solidFill>
            <a:srgbClr val="CDCDCD"/>
          </a:solidFill>
          <a:ln/>
        </p:spPr>
        <p:txBody>
          <a:bodyPr wrap="square" lIns="0" tIns="101600" rIns="0" bIns="76200" rtlCol="0" anchor="t">
            <a:normAutofit/>
          </a:bodyPr>
          <a:lstStyle/>
          <a:p>
            <a:pPr algn="ctr" indent="0" marL="0">
              <a:lnSpc>
                <a:spcPts val="2240"/>
              </a:lnSpc>
              <a:buNone/>
            </a:pPr>
            <a:r>
              <a:rPr lang="en-US" sz="1600" dirty="0">
                <a:solidFill>
                  <a:srgbClr val="0B1F2E"/>
                </a:solidFill>
                <a:latin typeface="IBM Plex Sans" pitchFamily="34" charset="0"/>
                <a:ea typeface="IBM Plex Sans" pitchFamily="34" charset="-122"/>
                <a:cs typeface="IBM Plex Sans" pitchFamily="34" charset="-120"/>
              </a:rPr>
              <a:t>205</a:t>
            </a:r>
            <a:endParaRPr lang="en-US" sz="1600" dirty="0"/>
          </a:p>
        </p:txBody>
      </p:sp>
      <p:sp>
        <p:nvSpPr>
          <p:cNvPr id="25" name="Text 21"/>
          <p:cNvSpPr/>
          <p:nvPr/>
        </p:nvSpPr>
        <p:spPr>
          <a:xfrm>
            <a:off x="4686300" y="2829421"/>
            <a:ext cx="736600" cy="487660"/>
          </a:xfrm>
          <a:prstGeom prst="rect">
            <a:avLst/>
          </a:prstGeom>
          <a:solidFill>
            <a:srgbClr val="545454"/>
          </a:solidFill>
          <a:ln/>
        </p:spPr>
        <p:txBody>
          <a:bodyPr wrap="square" lIns="0" tIns="101600" rIns="0" bIns="76200" rtlCol="0" anchor="t">
            <a:normAutofit/>
          </a:bodyPr>
          <a:lstStyle/>
          <a:p>
            <a:pPr algn="ctr" indent="0" marL="0">
              <a:lnSpc>
                <a:spcPts val="2240"/>
              </a:lnSpc>
              <a:buNone/>
            </a:pPr>
            <a:r>
              <a:rPr lang="en-US" sz="1600" dirty="0">
                <a:solidFill>
                  <a:srgbClr val="F1F6F8"/>
                </a:solidFill>
                <a:latin typeface="IBM Plex Sans" pitchFamily="34" charset="0"/>
                <a:ea typeface="IBM Plex Sans" pitchFamily="34" charset="-122"/>
                <a:cs typeface="IBM Plex Sans" pitchFamily="34" charset="-120"/>
              </a:rPr>
              <a:t>84</a:t>
            </a:r>
            <a:endParaRPr lang="en-US" sz="1600" dirty="0"/>
          </a:p>
        </p:txBody>
      </p:sp>
      <p:sp>
        <p:nvSpPr>
          <p:cNvPr id="26" name="Text 22"/>
          <p:cNvSpPr/>
          <p:nvPr/>
        </p:nvSpPr>
        <p:spPr>
          <a:xfrm>
            <a:off x="5461000" y="2829421"/>
            <a:ext cx="736600" cy="487660"/>
          </a:xfrm>
          <a:prstGeom prst="rect">
            <a:avLst/>
          </a:prstGeom>
          <a:solidFill>
            <a:srgbClr val="141414"/>
          </a:solidFill>
          <a:ln/>
        </p:spPr>
        <p:txBody>
          <a:bodyPr wrap="square" lIns="0" tIns="101600" rIns="0" bIns="76200" rtlCol="0" anchor="t">
            <a:normAutofit/>
          </a:bodyPr>
          <a:lstStyle/>
          <a:p>
            <a:pPr algn="ctr" indent="0" marL="0">
              <a:lnSpc>
                <a:spcPts val="2240"/>
              </a:lnSpc>
              <a:buNone/>
            </a:pPr>
            <a:r>
              <a:rPr lang="en-US" sz="1600" dirty="0">
                <a:solidFill>
                  <a:srgbClr val="F1F6F8"/>
                </a:solidFill>
                <a:latin typeface="IBM Plex Sans" pitchFamily="34" charset="0"/>
                <a:ea typeface="IBM Plex Sans" pitchFamily="34" charset="-122"/>
                <a:cs typeface="IBM Plex Sans" pitchFamily="34" charset="-120"/>
              </a:rPr>
              <a:t>20</a:t>
            </a:r>
            <a:endParaRPr lang="en-US" sz="1600" dirty="0"/>
          </a:p>
        </p:txBody>
      </p:sp>
      <p:sp>
        <p:nvSpPr>
          <p:cNvPr id="27" name="Text 23"/>
          <p:cNvSpPr/>
          <p:nvPr/>
        </p:nvSpPr>
        <p:spPr>
          <a:xfrm>
            <a:off x="812800" y="3355181"/>
            <a:ext cx="736600" cy="487660"/>
          </a:xfrm>
          <a:prstGeom prst="rect">
            <a:avLst/>
          </a:prstGeom>
          <a:solidFill>
            <a:srgbClr val="121212"/>
          </a:solidFill>
          <a:ln/>
        </p:spPr>
        <p:txBody>
          <a:bodyPr wrap="square" lIns="0" tIns="101600" rIns="0" bIns="76200" rtlCol="0" anchor="t">
            <a:normAutofit/>
          </a:bodyPr>
          <a:lstStyle/>
          <a:p>
            <a:pPr algn="ctr" indent="0" marL="0">
              <a:lnSpc>
                <a:spcPts val="2240"/>
              </a:lnSpc>
              <a:buNone/>
            </a:pPr>
            <a:r>
              <a:rPr lang="en-US" sz="1600" dirty="0">
                <a:solidFill>
                  <a:srgbClr val="F1F6F8"/>
                </a:solidFill>
                <a:latin typeface="IBM Plex Sans" pitchFamily="34" charset="0"/>
                <a:ea typeface="IBM Plex Sans" pitchFamily="34" charset="-122"/>
                <a:cs typeface="IBM Plex Sans" pitchFamily="34" charset="-120"/>
              </a:rPr>
              <a:t>18</a:t>
            </a:r>
            <a:endParaRPr lang="en-US" sz="1600" dirty="0"/>
          </a:p>
        </p:txBody>
      </p:sp>
      <p:sp>
        <p:nvSpPr>
          <p:cNvPr id="28" name="Text 24"/>
          <p:cNvSpPr/>
          <p:nvPr/>
        </p:nvSpPr>
        <p:spPr>
          <a:xfrm>
            <a:off x="1587500" y="3355181"/>
            <a:ext cx="736600" cy="487660"/>
          </a:xfrm>
          <a:prstGeom prst="rect">
            <a:avLst/>
          </a:prstGeom>
          <a:solidFill>
            <a:srgbClr val="424242"/>
          </a:solidFill>
          <a:ln/>
        </p:spPr>
        <p:txBody>
          <a:bodyPr wrap="square" lIns="0" tIns="101600" rIns="0" bIns="76200" rtlCol="0" anchor="t">
            <a:normAutofit/>
          </a:bodyPr>
          <a:lstStyle/>
          <a:p>
            <a:pPr algn="ctr" indent="0" marL="0">
              <a:lnSpc>
                <a:spcPts val="2240"/>
              </a:lnSpc>
              <a:buNone/>
            </a:pPr>
            <a:r>
              <a:rPr lang="en-US" sz="1600" dirty="0">
                <a:solidFill>
                  <a:srgbClr val="F1F6F8"/>
                </a:solidFill>
                <a:latin typeface="IBM Plex Sans" pitchFamily="34" charset="0"/>
                <a:ea typeface="IBM Plex Sans" pitchFamily="34" charset="-122"/>
                <a:cs typeface="IBM Plex Sans" pitchFamily="34" charset="-120"/>
              </a:rPr>
              <a:t>66</a:t>
            </a:r>
            <a:endParaRPr lang="en-US" sz="1600" dirty="0"/>
          </a:p>
        </p:txBody>
      </p:sp>
      <p:sp>
        <p:nvSpPr>
          <p:cNvPr id="29" name="Text 25"/>
          <p:cNvSpPr/>
          <p:nvPr/>
        </p:nvSpPr>
        <p:spPr>
          <a:xfrm>
            <a:off x="2362200" y="3355181"/>
            <a:ext cx="736600" cy="487660"/>
          </a:xfrm>
          <a:prstGeom prst="rect">
            <a:avLst/>
          </a:prstGeom>
          <a:solidFill>
            <a:srgbClr val="969696"/>
          </a:solidFill>
          <a:ln/>
        </p:spPr>
        <p:txBody>
          <a:bodyPr wrap="square" lIns="0" tIns="101600" rIns="0" bIns="76200" rtlCol="0" anchor="t">
            <a:normAutofit/>
          </a:bodyPr>
          <a:lstStyle/>
          <a:p>
            <a:pPr algn="ctr" indent="0" marL="0">
              <a:lnSpc>
                <a:spcPts val="2240"/>
              </a:lnSpc>
              <a:buNone/>
            </a:pPr>
            <a:r>
              <a:rPr lang="en-US" sz="1600" dirty="0">
                <a:solidFill>
                  <a:srgbClr val="0B1F2E"/>
                </a:solidFill>
                <a:latin typeface="IBM Plex Sans" pitchFamily="34" charset="0"/>
                <a:ea typeface="IBM Plex Sans" pitchFamily="34" charset="-122"/>
                <a:cs typeface="IBM Plex Sans" pitchFamily="34" charset="-120"/>
              </a:rPr>
              <a:t>150</a:t>
            </a:r>
            <a:endParaRPr lang="en-US" sz="1600" dirty="0"/>
          </a:p>
        </p:txBody>
      </p:sp>
      <p:sp>
        <p:nvSpPr>
          <p:cNvPr id="30" name="Text 26"/>
          <p:cNvSpPr/>
          <p:nvPr/>
        </p:nvSpPr>
        <p:spPr>
          <a:xfrm>
            <a:off x="3136900" y="3355181"/>
            <a:ext cx="736600" cy="487660"/>
          </a:xfrm>
          <a:prstGeom prst="rect">
            <a:avLst/>
          </a:prstGeom>
          <a:solidFill>
            <a:srgbClr val="C6C6C6"/>
          </a:solidFill>
          <a:ln/>
        </p:spPr>
        <p:txBody>
          <a:bodyPr wrap="square" lIns="0" tIns="101600" rIns="0" bIns="76200" rtlCol="0" anchor="t">
            <a:normAutofit/>
          </a:bodyPr>
          <a:lstStyle/>
          <a:p>
            <a:pPr algn="ctr" indent="0" marL="0">
              <a:lnSpc>
                <a:spcPts val="2240"/>
              </a:lnSpc>
              <a:buNone/>
            </a:pPr>
            <a:r>
              <a:rPr lang="en-US" sz="1600" dirty="0">
                <a:solidFill>
                  <a:srgbClr val="0B1F2E"/>
                </a:solidFill>
                <a:latin typeface="IBM Plex Sans" pitchFamily="34" charset="0"/>
                <a:ea typeface="IBM Plex Sans" pitchFamily="34" charset="-122"/>
                <a:cs typeface="IBM Plex Sans" pitchFamily="34" charset="-120"/>
              </a:rPr>
              <a:t>198</a:t>
            </a:r>
            <a:endParaRPr lang="en-US" sz="1600" dirty="0"/>
          </a:p>
        </p:txBody>
      </p:sp>
      <p:sp>
        <p:nvSpPr>
          <p:cNvPr id="31" name="Text 27"/>
          <p:cNvSpPr/>
          <p:nvPr/>
        </p:nvSpPr>
        <p:spPr>
          <a:xfrm>
            <a:off x="3911600" y="3355181"/>
            <a:ext cx="736600" cy="487660"/>
          </a:xfrm>
          <a:prstGeom prst="rect">
            <a:avLst/>
          </a:prstGeom>
          <a:solidFill>
            <a:srgbClr val="929292"/>
          </a:solidFill>
          <a:ln/>
        </p:spPr>
        <p:txBody>
          <a:bodyPr wrap="square" lIns="0" tIns="101600" rIns="0" bIns="76200" rtlCol="0" anchor="t">
            <a:normAutofit/>
          </a:bodyPr>
          <a:lstStyle/>
          <a:p>
            <a:pPr algn="ctr" indent="0" marL="0">
              <a:lnSpc>
                <a:spcPts val="2240"/>
              </a:lnSpc>
              <a:buNone/>
            </a:pPr>
            <a:r>
              <a:rPr lang="en-US" sz="1600" dirty="0">
                <a:solidFill>
                  <a:srgbClr val="0B1F2E"/>
                </a:solidFill>
                <a:latin typeface="IBM Plex Sans" pitchFamily="34" charset="0"/>
                <a:ea typeface="IBM Plex Sans" pitchFamily="34" charset="-122"/>
                <a:cs typeface="IBM Plex Sans" pitchFamily="34" charset="-120"/>
              </a:rPr>
              <a:t>146</a:t>
            </a:r>
            <a:endParaRPr lang="en-US" sz="1600" dirty="0"/>
          </a:p>
        </p:txBody>
      </p:sp>
      <p:sp>
        <p:nvSpPr>
          <p:cNvPr id="32" name="Text 28"/>
          <p:cNvSpPr/>
          <p:nvPr/>
        </p:nvSpPr>
        <p:spPr>
          <a:xfrm>
            <a:off x="4686300" y="3355181"/>
            <a:ext cx="736600" cy="487660"/>
          </a:xfrm>
          <a:prstGeom prst="rect">
            <a:avLst/>
          </a:prstGeom>
          <a:solidFill>
            <a:srgbClr val="3C3C3C"/>
          </a:solidFill>
          <a:ln/>
        </p:spPr>
        <p:txBody>
          <a:bodyPr wrap="square" lIns="0" tIns="101600" rIns="0" bIns="76200" rtlCol="0" anchor="t">
            <a:normAutofit/>
          </a:bodyPr>
          <a:lstStyle/>
          <a:p>
            <a:pPr algn="ctr" indent="0" marL="0">
              <a:lnSpc>
                <a:spcPts val="2240"/>
              </a:lnSpc>
              <a:buNone/>
            </a:pPr>
            <a:r>
              <a:rPr lang="en-US" sz="1600" dirty="0">
                <a:solidFill>
                  <a:srgbClr val="F1F6F8"/>
                </a:solidFill>
                <a:latin typeface="IBM Plex Sans" pitchFamily="34" charset="0"/>
                <a:ea typeface="IBM Plex Sans" pitchFamily="34" charset="-122"/>
                <a:cs typeface="IBM Plex Sans" pitchFamily="34" charset="-120"/>
              </a:rPr>
              <a:t>60</a:t>
            </a:r>
            <a:endParaRPr lang="en-US" sz="1600" dirty="0"/>
          </a:p>
        </p:txBody>
      </p:sp>
      <p:sp>
        <p:nvSpPr>
          <p:cNvPr id="33" name="Text 29"/>
          <p:cNvSpPr/>
          <p:nvPr/>
        </p:nvSpPr>
        <p:spPr>
          <a:xfrm>
            <a:off x="5461000" y="3355181"/>
            <a:ext cx="736600" cy="487660"/>
          </a:xfrm>
          <a:prstGeom prst="rect">
            <a:avLst/>
          </a:prstGeom>
          <a:solidFill>
            <a:srgbClr val="111111"/>
          </a:solidFill>
          <a:ln/>
        </p:spPr>
        <p:txBody>
          <a:bodyPr wrap="square" lIns="0" tIns="101600" rIns="0" bIns="76200" rtlCol="0" anchor="t">
            <a:normAutofit/>
          </a:bodyPr>
          <a:lstStyle/>
          <a:p>
            <a:pPr algn="ctr" indent="0" marL="0">
              <a:lnSpc>
                <a:spcPts val="2240"/>
              </a:lnSpc>
              <a:buNone/>
            </a:pPr>
            <a:r>
              <a:rPr lang="en-US" sz="1600" dirty="0">
                <a:solidFill>
                  <a:srgbClr val="F1F6F8"/>
                </a:solidFill>
                <a:latin typeface="IBM Plex Sans" pitchFamily="34" charset="0"/>
                <a:ea typeface="IBM Plex Sans" pitchFamily="34" charset="-122"/>
                <a:cs typeface="IBM Plex Sans" pitchFamily="34" charset="-120"/>
              </a:rPr>
              <a:t>17</a:t>
            </a:r>
            <a:endParaRPr lang="en-US" sz="1600" dirty="0"/>
          </a:p>
        </p:txBody>
      </p:sp>
      <p:sp>
        <p:nvSpPr>
          <p:cNvPr id="34" name="Text 30"/>
          <p:cNvSpPr/>
          <p:nvPr/>
        </p:nvSpPr>
        <p:spPr>
          <a:xfrm>
            <a:off x="812800" y="3880941"/>
            <a:ext cx="736600" cy="487660"/>
          </a:xfrm>
          <a:prstGeom prst="rect">
            <a:avLst/>
          </a:prstGeom>
          <a:solidFill>
            <a:srgbClr val="0F0F0F"/>
          </a:solidFill>
          <a:ln/>
        </p:spPr>
        <p:txBody>
          <a:bodyPr wrap="square" lIns="0" tIns="101600" rIns="0" bIns="76200" rtlCol="0" anchor="t">
            <a:normAutofit/>
          </a:bodyPr>
          <a:lstStyle/>
          <a:p>
            <a:pPr algn="ctr" indent="0" marL="0">
              <a:lnSpc>
                <a:spcPts val="2240"/>
              </a:lnSpc>
              <a:buNone/>
            </a:pPr>
            <a:r>
              <a:rPr lang="en-US" sz="1600" dirty="0">
                <a:solidFill>
                  <a:srgbClr val="F1F6F8"/>
                </a:solidFill>
                <a:latin typeface="IBM Plex Sans" pitchFamily="34" charset="0"/>
                <a:ea typeface="IBM Plex Sans" pitchFamily="34" charset="-122"/>
                <a:cs typeface="IBM Plex Sans" pitchFamily="34" charset="-120"/>
              </a:rPr>
              <a:t>15</a:t>
            </a:r>
            <a:endParaRPr lang="en-US" sz="1600" dirty="0"/>
          </a:p>
        </p:txBody>
      </p:sp>
      <p:sp>
        <p:nvSpPr>
          <p:cNvPr id="35" name="Text 31"/>
          <p:cNvSpPr/>
          <p:nvPr/>
        </p:nvSpPr>
        <p:spPr>
          <a:xfrm>
            <a:off x="1587500" y="3880941"/>
            <a:ext cx="736600" cy="487660"/>
          </a:xfrm>
          <a:prstGeom prst="rect">
            <a:avLst/>
          </a:prstGeom>
          <a:solidFill>
            <a:srgbClr val="1A1A1A"/>
          </a:solidFill>
          <a:ln/>
        </p:spPr>
        <p:txBody>
          <a:bodyPr wrap="square" lIns="0" tIns="101600" rIns="0" bIns="76200" rtlCol="0" anchor="t">
            <a:normAutofit/>
          </a:bodyPr>
          <a:lstStyle/>
          <a:p>
            <a:pPr algn="ctr" indent="0" marL="0">
              <a:lnSpc>
                <a:spcPts val="2240"/>
              </a:lnSpc>
              <a:buNone/>
            </a:pPr>
            <a:r>
              <a:rPr lang="en-US" sz="1600" dirty="0">
                <a:solidFill>
                  <a:srgbClr val="F1F6F8"/>
                </a:solidFill>
                <a:latin typeface="IBM Plex Sans" pitchFamily="34" charset="0"/>
                <a:ea typeface="IBM Plex Sans" pitchFamily="34" charset="-122"/>
                <a:cs typeface="IBM Plex Sans" pitchFamily="34" charset="-120"/>
              </a:rPr>
              <a:t>26</a:t>
            </a:r>
            <a:endParaRPr lang="en-US" sz="1600" dirty="0"/>
          </a:p>
        </p:txBody>
      </p:sp>
      <p:sp>
        <p:nvSpPr>
          <p:cNvPr id="36" name="Text 32"/>
          <p:cNvSpPr/>
          <p:nvPr/>
        </p:nvSpPr>
        <p:spPr>
          <a:xfrm>
            <a:off x="2362200" y="3880941"/>
            <a:ext cx="736600" cy="487660"/>
          </a:xfrm>
          <a:prstGeom prst="rect">
            <a:avLst/>
          </a:prstGeom>
          <a:solidFill>
            <a:srgbClr val="363636"/>
          </a:solidFill>
          <a:ln/>
        </p:spPr>
        <p:txBody>
          <a:bodyPr wrap="square" lIns="0" tIns="101600" rIns="0" bIns="76200" rtlCol="0" anchor="t">
            <a:normAutofit/>
          </a:bodyPr>
          <a:lstStyle/>
          <a:p>
            <a:pPr algn="ctr" indent="0" marL="0">
              <a:lnSpc>
                <a:spcPts val="2240"/>
              </a:lnSpc>
              <a:buNone/>
            </a:pPr>
            <a:r>
              <a:rPr lang="en-US" sz="1600" dirty="0">
                <a:solidFill>
                  <a:srgbClr val="F1F6F8"/>
                </a:solidFill>
                <a:latin typeface="IBM Plex Sans" pitchFamily="34" charset="0"/>
                <a:ea typeface="IBM Plex Sans" pitchFamily="34" charset="-122"/>
                <a:cs typeface="IBM Plex Sans" pitchFamily="34" charset="-120"/>
              </a:rPr>
              <a:t>54</a:t>
            </a:r>
            <a:endParaRPr lang="en-US" sz="1600" dirty="0"/>
          </a:p>
        </p:txBody>
      </p:sp>
      <p:sp>
        <p:nvSpPr>
          <p:cNvPr id="37" name="Text 33"/>
          <p:cNvSpPr/>
          <p:nvPr/>
        </p:nvSpPr>
        <p:spPr>
          <a:xfrm>
            <a:off x="3136900" y="3880941"/>
            <a:ext cx="736600" cy="487660"/>
          </a:xfrm>
          <a:prstGeom prst="rect">
            <a:avLst/>
          </a:prstGeom>
          <a:solidFill>
            <a:srgbClr val="484848"/>
          </a:solidFill>
          <a:ln/>
        </p:spPr>
        <p:txBody>
          <a:bodyPr wrap="square" lIns="0" tIns="101600" rIns="0" bIns="76200" rtlCol="0" anchor="t">
            <a:normAutofit/>
          </a:bodyPr>
          <a:lstStyle/>
          <a:p>
            <a:pPr algn="ctr" indent="0" marL="0">
              <a:lnSpc>
                <a:spcPts val="2240"/>
              </a:lnSpc>
              <a:buNone/>
            </a:pPr>
            <a:r>
              <a:rPr lang="en-US" sz="1600" dirty="0">
                <a:solidFill>
                  <a:srgbClr val="F1F6F8"/>
                </a:solidFill>
                <a:latin typeface="IBM Plex Sans" pitchFamily="34" charset="0"/>
                <a:ea typeface="IBM Plex Sans" pitchFamily="34" charset="-122"/>
                <a:cs typeface="IBM Plex Sans" pitchFamily="34" charset="-120"/>
              </a:rPr>
              <a:t>72</a:t>
            </a:r>
            <a:endParaRPr lang="en-US" sz="1600" dirty="0"/>
          </a:p>
        </p:txBody>
      </p:sp>
      <p:sp>
        <p:nvSpPr>
          <p:cNvPr id="38" name="Text 34"/>
          <p:cNvSpPr/>
          <p:nvPr/>
        </p:nvSpPr>
        <p:spPr>
          <a:xfrm>
            <a:off x="3911600" y="3880941"/>
            <a:ext cx="736600" cy="487660"/>
          </a:xfrm>
          <a:prstGeom prst="rect">
            <a:avLst/>
          </a:prstGeom>
          <a:solidFill>
            <a:srgbClr val="323232"/>
          </a:solidFill>
          <a:ln/>
        </p:spPr>
        <p:txBody>
          <a:bodyPr wrap="square" lIns="0" tIns="101600" rIns="0" bIns="76200" rtlCol="0" anchor="t">
            <a:normAutofit/>
          </a:bodyPr>
          <a:lstStyle/>
          <a:p>
            <a:pPr algn="ctr" indent="0" marL="0">
              <a:lnSpc>
                <a:spcPts val="2240"/>
              </a:lnSpc>
              <a:buNone/>
            </a:pPr>
            <a:r>
              <a:rPr lang="en-US" sz="1600" dirty="0">
                <a:solidFill>
                  <a:srgbClr val="F1F6F8"/>
                </a:solidFill>
                <a:latin typeface="IBM Plex Sans" pitchFamily="34" charset="0"/>
                <a:ea typeface="IBM Plex Sans" pitchFamily="34" charset="-122"/>
                <a:cs typeface="IBM Plex Sans" pitchFamily="34" charset="-120"/>
              </a:rPr>
              <a:t>50</a:t>
            </a:r>
            <a:endParaRPr lang="en-US" sz="1600" dirty="0"/>
          </a:p>
        </p:txBody>
      </p:sp>
      <p:sp>
        <p:nvSpPr>
          <p:cNvPr id="39" name="Text 35"/>
          <p:cNvSpPr/>
          <p:nvPr/>
        </p:nvSpPr>
        <p:spPr>
          <a:xfrm>
            <a:off x="4686300" y="3880941"/>
            <a:ext cx="736600" cy="487660"/>
          </a:xfrm>
          <a:prstGeom prst="rect">
            <a:avLst/>
          </a:prstGeom>
          <a:solidFill>
            <a:srgbClr val="181818"/>
          </a:solidFill>
          <a:ln/>
        </p:spPr>
        <p:txBody>
          <a:bodyPr wrap="square" lIns="0" tIns="101600" rIns="0" bIns="76200" rtlCol="0" anchor="t">
            <a:normAutofit/>
          </a:bodyPr>
          <a:lstStyle/>
          <a:p>
            <a:pPr algn="ctr" indent="0" marL="0">
              <a:lnSpc>
                <a:spcPts val="2240"/>
              </a:lnSpc>
              <a:buNone/>
            </a:pPr>
            <a:r>
              <a:rPr lang="en-US" sz="1600" dirty="0">
                <a:solidFill>
                  <a:srgbClr val="F1F6F8"/>
                </a:solidFill>
                <a:latin typeface="IBM Plex Sans" pitchFamily="34" charset="0"/>
                <a:ea typeface="IBM Plex Sans" pitchFamily="34" charset="-122"/>
                <a:cs typeface="IBM Plex Sans" pitchFamily="34" charset="-120"/>
              </a:rPr>
              <a:t>24</a:t>
            </a:r>
            <a:endParaRPr lang="en-US" sz="1600" dirty="0"/>
          </a:p>
        </p:txBody>
      </p:sp>
      <p:sp>
        <p:nvSpPr>
          <p:cNvPr id="40" name="Text 36"/>
          <p:cNvSpPr/>
          <p:nvPr/>
        </p:nvSpPr>
        <p:spPr>
          <a:xfrm>
            <a:off x="5461000" y="3880941"/>
            <a:ext cx="736600" cy="487660"/>
          </a:xfrm>
          <a:prstGeom prst="rect">
            <a:avLst/>
          </a:prstGeom>
          <a:solidFill>
            <a:srgbClr val="0E0E0E"/>
          </a:solidFill>
          <a:ln/>
        </p:spPr>
        <p:txBody>
          <a:bodyPr wrap="square" lIns="0" tIns="101600" rIns="0" bIns="76200" rtlCol="0" anchor="t">
            <a:normAutofit/>
          </a:bodyPr>
          <a:lstStyle/>
          <a:p>
            <a:pPr algn="ctr" indent="0" marL="0">
              <a:lnSpc>
                <a:spcPts val="2240"/>
              </a:lnSpc>
              <a:buNone/>
            </a:pPr>
            <a:r>
              <a:rPr lang="en-US" sz="1600" dirty="0">
                <a:solidFill>
                  <a:srgbClr val="F1F6F8"/>
                </a:solidFill>
                <a:latin typeface="IBM Plex Sans" pitchFamily="34" charset="0"/>
                <a:ea typeface="IBM Plex Sans" pitchFamily="34" charset="-122"/>
                <a:cs typeface="IBM Plex Sans" pitchFamily="34" charset="-120"/>
              </a:rPr>
              <a:t>14</a:t>
            </a:r>
            <a:endParaRPr lang="en-US" sz="1600" dirty="0"/>
          </a:p>
        </p:txBody>
      </p:sp>
      <p:sp>
        <p:nvSpPr>
          <p:cNvPr id="41" name="Text 37"/>
          <p:cNvSpPr/>
          <p:nvPr/>
        </p:nvSpPr>
        <p:spPr>
          <a:xfrm>
            <a:off x="6553200" y="1796951"/>
            <a:ext cx="4970780" cy="299641"/>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0C2A3E"/>
                </a:solidFill>
                <a:latin typeface="IBM Plex Sans" pitchFamily="34" charset="0"/>
                <a:ea typeface="IBM Plex Sans" pitchFamily="34" charset="-122"/>
                <a:cs typeface="IBM Plex Sans" pitchFamily="34" charset="-120"/>
              </a:rPr>
              <a:t>Cada cuadrito es un píxel y guarda un número.</a:t>
            </a:r>
            <a:endParaRPr lang="en-US" sz="1600" dirty="0"/>
          </a:p>
        </p:txBody>
      </p:sp>
      <p:sp>
        <p:nvSpPr>
          <p:cNvPr id="42" name="Shape 38"/>
          <p:cNvSpPr/>
          <p:nvPr/>
        </p:nvSpPr>
        <p:spPr>
          <a:xfrm>
            <a:off x="6559550" y="2217241"/>
            <a:ext cx="4813300" cy="821630"/>
          </a:xfrm>
          <a:prstGeom prst="roundRect">
            <a:avLst>
              <a:gd name="adj" fmla="val 11593"/>
            </a:avLst>
          </a:prstGeom>
          <a:solidFill>
            <a:srgbClr val="FCFDFD"/>
          </a:solidFill>
          <a:ln w="12700">
            <a:solidFill>
              <a:srgbClr val="D5E3EA"/>
            </a:solidFill>
            <a:prstDash val="solid"/>
          </a:ln>
        </p:spPr>
      </p:sp>
      <p:sp>
        <p:nvSpPr>
          <p:cNvPr id="43" name="Text 39"/>
          <p:cNvSpPr/>
          <p:nvPr/>
        </p:nvSpPr>
        <p:spPr>
          <a:xfrm>
            <a:off x="6743700" y="2375991"/>
            <a:ext cx="457835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E6E9C"/>
                </a:solidFill>
                <a:latin typeface="IBM Plex Sans" pitchFamily="34" charset="0"/>
                <a:ea typeface="IBM Plex Sans" pitchFamily="34" charset="-122"/>
                <a:cs typeface="IBM Plex Sans" pitchFamily="34" charset="-120"/>
              </a:rPr>
              <a:t>EN GRIS</a:t>
            </a:r>
            <a:endParaRPr lang="en-US" sz="1200" dirty="0"/>
          </a:p>
        </p:txBody>
      </p:sp>
      <p:sp>
        <p:nvSpPr>
          <p:cNvPr id="44" name="Text 40"/>
          <p:cNvSpPr/>
          <p:nvPr/>
        </p:nvSpPr>
        <p:spPr>
          <a:xfrm>
            <a:off x="6743700" y="2640112"/>
            <a:ext cx="4578350"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3E5566"/>
                </a:solidFill>
                <a:latin typeface="IBM Plex Sans" pitchFamily="34" charset="0"/>
                <a:ea typeface="IBM Plex Sans" pitchFamily="34" charset="-122"/>
                <a:cs typeface="IBM Plex Sans" pitchFamily="34" charset="-120"/>
              </a:rPr>
              <a:t>El número es el brillo: 0 es negro y 255 es blanco.</a:t>
            </a:r>
            <a:endParaRPr lang="en-US" sz="1400" dirty="0"/>
          </a:p>
        </p:txBody>
      </p:sp>
      <p:sp>
        <p:nvSpPr>
          <p:cNvPr id="45" name="Shape 41"/>
          <p:cNvSpPr/>
          <p:nvPr/>
        </p:nvSpPr>
        <p:spPr>
          <a:xfrm>
            <a:off x="6559550" y="3191272"/>
            <a:ext cx="4813300" cy="1151830"/>
          </a:xfrm>
          <a:prstGeom prst="roundRect">
            <a:avLst>
              <a:gd name="adj" fmla="val 8269"/>
            </a:avLst>
          </a:prstGeom>
          <a:solidFill>
            <a:srgbClr val="FCFDFD"/>
          </a:solidFill>
          <a:ln w="12700">
            <a:solidFill>
              <a:srgbClr val="D5E3EA"/>
            </a:solidFill>
            <a:prstDash val="solid"/>
          </a:ln>
        </p:spPr>
      </p:sp>
      <p:sp>
        <p:nvSpPr>
          <p:cNvPr id="46" name="Text 42"/>
          <p:cNvSpPr/>
          <p:nvPr/>
        </p:nvSpPr>
        <p:spPr>
          <a:xfrm>
            <a:off x="6743700" y="3350022"/>
            <a:ext cx="457835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E6E9C"/>
                </a:solidFill>
                <a:latin typeface="IBM Plex Sans" pitchFamily="34" charset="0"/>
                <a:ea typeface="IBM Plex Sans" pitchFamily="34" charset="-122"/>
                <a:cs typeface="IBM Plex Sans" pitchFamily="34" charset="-120"/>
              </a:rPr>
              <a:t>EN COLOR</a:t>
            </a:r>
            <a:endParaRPr lang="en-US" sz="1200" dirty="0"/>
          </a:p>
        </p:txBody>
      </p:sp>
      <p:sp>
        <p:nvSpPr>
          <p:cNvPr id="47" name="Text 43"/>
          <p:cNvSpPr/>
          <p:nvPr/>
        </p:nvSpPr>
        <p:spPr>
          <a:xfrm>
            <a:off x="6743700" y="3614142"/>
            <a:ext cx="4578350"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3E5566"/>
                </a:solidFill>
                <a:latin typeface="IBM Plex Sans" pitchFamily="34" charset="0"/>
                <a:ea typeface="IBM Plex Sans" pitchFamily="34" charset="-122"/>
                <a:cs typeface="IBM Plex Sans" pitchFamily="34" charset="-120"/>
              </a:rPr>
              <a:t>Son tres números: rojo 240, verde 122, azul 42.</a:t>
            </a:r>
            <a:endParaRPr lang="en-US" sz="1400" dirty="0"/>
          </a:p>
        </p:txBody>
      </p:sp>
      <p:sp>
        <p:nvSpPr>
          <p:cNvPr id="48" name="Shape 44"/>
          <p:cNvSpPr/>
          <p:nvPr/>
        </p:nvSpPr>
        <p:spPr>
          <a:xfrm>
            <a:off x="6743700" y="3904952"/>
            <a:ext cx="1905000" cy="279400"/>
          </a:xfrm>
          <a:prstGeom prst="roundRect">
            <a:avLst>
              <a:gd name="adj" fmla="val 22727"/>
            </a:avLst>
          </a:prstGeom>
          <a:solidFill>
            <a:srgbClr val="F07A2A"/>
          </a:solidFill>
          <a:ln/>
        </p:spPr>
      </p:sp>
      <p:sp>
        <p:nvSpPr>
          <p:cNvPr id="49" name="Text 45"/>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7280"/>
                </a:solidFill>
                <a:latin typeface="IBM Plex Sans" pitchFamily="34" charset="0"/>
                <a:ea typeface="IBM Plex Sans" pitchFamily="34" charset="-122"/>
                <a:cs typeface="IBM Plex Sans" pitchFamily="34" charset="-120"/>
              </a:rPr>
              <a:t>BioImage-Repro UAM · Módulo 1 · Video 1 · Un fragmento de 7 por 5 píxeles</a:t>
            </a:r>
            <a:endParaRPr lang="en-US" sz="1200" dirty="0"/>
          </a:p>
        </p:txBody>
      </p:sp>
      <p:sp>
        <p:nvSpPr>
          <p:cNvPr id="50" name="Text 46"/>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7280"/>
                </a:solidFill>
                <a:latin typeface="IBM Plex Sans" pitchFamily="34" charset="0"/>
                <a:ea typeface="IBM Plex Sans" pitchFamily="34" charset="-122"/>
                <a:cs typeface="IBM Plex Sans" pitchFamily="34" charset="-120"/>
              </a:rPr>
              <a:t>12 / 19</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8FA"/>
        </a:solidFill>
      </p:bgPr>
    </p:bg>
    <p:spTree>
      <p:nvGrpSpPr>
        <p:cNvPr id="1" name=""/>
        <p:cNvGrpSpPr/>
        <p:nvPr/>
      </p:nvGrpSpPr>
      <p:grpSpPr>
        <a:xfrm>
          <a:off x="0" y="0"/>
          <a:ext cx="0" cy="0"/>
          <a:chOff x="0" y="0"/>
          <a:chExt cx="0" cy="0"/>
        </a:xfrm>
      </p:grpSpPr>
      <p:pic>
        <p:nvPicPr>
          <p:cNvPr id="2" name="Image 0" descr="UAM Unidad Iztapalapa">    </p:cNvPr>
          <p:cNvPicPr>
            <a:picLocks noChangeAspect="1"/>
          </p:cNvPicPr>
          <p:nvPr/>
        </p:nvPicPr>
        <p:blipFill>
          <a:blip r:embed="rId1"/>
          <a:srcRect l="-363" r="-363" t="0" b="0"/>
          <a:stretch/>
        </p:blipFill>
        <p:spPr>
          <a:xfrm>
            <a:off x="10261600" y="228600"/>
            <a:ext cx="508000" cy="406400"/>
          </a:xfrm>
          <a:prstGeom prst="rect">
            <a:avLst/>
          </a:prstGeom>
        </p:spPr>
      </p:pic>
      <p:pic>
        <p:nvPicPr>
          <p:cNvPr id="3" name="Image 1" descr="Logotipo de BioImage-Repro UAM">    </p:cNvPr>
          <p:cNvPicPr>
            <a:picLocks noChangeAspect="1"/>
          </p:cNvPicPr>
          <p:nvPr/>
        </p:nvPicPr>
        <p:blipFill>
          <a:blip r:embed="rId2"/>
          <a:srcRect l="-351" r="-351" t="0" b="0"/>
          <a:stretch/>
        </p:blipFill>
        <p:spPr>
          <a:xfrm>
            <a:off x="10972800" y="228600"/>
            <a:ext cx="406400" cy="406400"/>
          </a:xfrm>
          <a:prstGeom prst="rect">
            <a:avLst/>
          </a:prstGeom>
        </p:spPr>
      </p:pic>
      <p:sp>
        <p:nvSpPr>
          <p:cNvPr id="4"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3480F"/>
                </a:solidFill>
                <a:latin typeface="IBM Plex Sans" pitchFamily="34" charset="0"/>
                <a:ea typeface="IBM Plex Sans" pitchFamily="34" charset="-122"/>
                <a:cs typeface="IBM Plex Sans" pitchFamily="34" charset="-120"/>
              </a:rPr>
              <a:t>QUÉ ES UNA IMAGEN DIGITAL</a:t>
            </a:r>
            <a:endParaRPr lang="en-US" sz="1200" dirty="0"/>
          </a:p>
        </p:txBody>
      </p:sp>
      <p:sp>
        <p:nvSpPr>
          <p:cNvPr id="5" name="Text 1"/>
          <p:cNvSpPr/>
          <p:nvPr>
            <p:ph type="title"/>
          </p:nvPr>
        </p:nvSpPr>
        <p:spPr>
          <a:xfrm>
            <a:off x="812800" y="11023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C2A3E"/>
                </a:solidFill>
                <a:latin typeface="EB Garamond" pitchFamily="18" charset="0"/>
                <a:ea typeface="EB Garamond" pitchFamily="18" charset="-122"/>
                <a:cs typeface="EB Garamond" pitchFamily="18" charset="-120"/>
              </a:rPr>
              <a:t>El color: tres números por píxel</a:t>
            </a:r>
            <a:endParaRPr lang="en-US" sz="3600" dirty="0"/>
          </a:p>
        </p:txBody>
      </p:sp>
      <p:sp>
        <p:nvSpPr>
          <p:cNvPr id="6" name="Text 2"/>
          <p:cNvSpPr/>
          <p:nvPr/>
        </p:nvSpPr>
        <p:spPr>
          <a:xfrm>
            <a:off x="812800" y="1859161"/>
            <a:ext cx="9810750" cy="573881"/>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0C2A3E"/>
                </a:solidFill>
                <a:latin typeface="IBM Plex Sans" pitchFamily="34" charset="0"/>
                <a:ea typeface="IBM Plex Sans" pitchFamily="34" charset="-122"/>
                <a:cs typeface="IBM Plex Sans" pitchFamily="34" charset="-120"/>
              </a:rPr>
              <a:t>Cada píxel guarda cuánto rojo, cuánto verde y cuánto azul tiene. Cada número va de 0 a 255 y se llama canal.</a:t>
            </a:r>
            <a:endParaRPr lang="en-US" sz="1600" dirty="0"/>
          </a:p>
        </p:txBody>
      </p:sp>
      <p:sp>
        <p:nvSpPr>
          <p:cNvPr id="7" name="Shape 3"/>
          <p:cNvSpPr/>
          <p:nvPr/>
        </p:nvSpPr>
        <p:spPr>
          <a:xfrm>
            <a:off x="819150" y="2667992"/>
            <a:ext cx="3390900" cy="1982391"/>
          </a:xfrm>
          <a:prstGeom prst="roundRect">
            <a:avLst>
              <a:gd name="adj" fmla="val 6086"/>
            </a:avLst>
          </a:prstGeom>
          <a:solidFill>
            <a:srgbClr val="FCFDFD"/>
          </a:solidFill>
          <a:ln w="12700">
            <a:solidFill>
              <a:srgbClr val="D5E3EA"/>
            </a:solidFill>
            <a:prstDash val="solid"/>
          </a:ln>
        </p:spPr>
      </p:sp>
      <p:sp>
        <p:nvSpPr>
          <p:cNvPr id="8" name="Shape 4"/>
          <p:cNvSpPr/>
          <p:nvPr/>
        </p:nvSpPr>
        <p:spPr>
          <a:xfrm>
            <a:off x="1003300" y="2852142"/>
            <a:ext cx="3022600" cy="952500"/>
          </a:xfrm>
          <a:prstGeom prst="roundRect">
            <a:avLst>
              <a:gd name="adj" fmla="val 8000"/>
            </a:avLst>
          </a:prstGeom>
          <a:solidFill>
            <a:srgbClr val="F01E2A"/>
          </a:solidFill>
          <a:ln/>
        </p:spPr>
      </p:sp>
      <p:sp>
        <p:nvSpPr>
          <p:cNvPr id="9" name="Text 5"/>
          <p:cNvSpPr/>
          <p:nvPr/>
        </p:nvSpPr>
        <p:spPr>
          <a:xfrm>
            <a:off x="1003300" y="3893542"/>
            <a:ext cx="3113278"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C2A3E"/>
                </a:solidFill>
                <a:latin typeface="IBM Plex Sans" pitchFamily="34" charset="0"/>
                <a:ea typeface="IBM Plex Sans" pitchFamily="34" charset="-122"/>
                <a:cs typeface="IBM Plex Sans" pitchFamily="34" charset="-120"/>
              </a:rPr>
              <a:t>Más rojo</a:t>
            </a:r>
            <a:endParaRPr lang="en-US" sz="1600" dirty="0"/>
          </a:p>
        </p:txBody>
      </p:sp>
      <p:sp>
        <p:nvSpPr>
          <p:cNvPr id="10" name="Text 6"/>
          <p:cNvSpPr/>
          <p:nvPr/>
        </p:nvSpPr>
        <p:spPr>
          <a:xfrm>
            <a:off x="1003300" y="4226223"/>
            <a:ext cx="3113278"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3E5566"/>
                </a:solidFill>
                <a:latin typeface="IBM Plex Sans" pitchFamily="34" charset="0"/>
                <a:ea typeface="IBM Plex Sans" pitchFamily="34" charset="-122"/>
                <a:cs typeface="IBM Plex Sans" pitchFamily="34" charset="-120"/>
              </a:rPr>
              <a:t>Rojo 240 · verde 30 · azul 42</a:t>
            </a:r>
            <a:endParaRPr lang="en-US" sz="1400" dirty="0"/>
          </a:p>
        </p:txBody>
      </p:sp>
      <p:sp>
        <p:nvSpPr>
          <p:cNvPr id="11" name="Shape 7"/>
          <p:cNvSpPr/>
          <p:nvPr/>
        </p:nvSpPr>
        <p:spPr>
          <a:xfrm>
            <a:off x="4400550" y="2667992"/>
            <a:ext cx="3390900" cy="1982391"/>
          </a:xfrm>
          <a:prstGeom prst="roundRect">
            <a:avLst>
              <a:gd name="adj" fmla="val 6086"/>
            </a:avLst>
          </a:prstGeom>
          <a:solidFill>
            <a:srgbClr val="FCFDFD"/>
          </a:solidFill>
          <a:ln w="12700">
            <a:solidFill>
              <a:srgbClr val="D5E3EA"/>
            </a:solidFill>
            <a:prstDash val="solid"/>
          </a:ln>
        </p:spPr>
      </p:sp>
      <p:sp>
        <p:nvSpPr>
          <p:cNvPr id="12" name="Shape 8"/>
          <p:cNvSpPr/>
          <p:nvPr/>
        </p:nvSpPr>
        <p:spPr>
          <a:xfrm>
            <a:off x="4584700" y="2852142"/>
            <a:ext cx="3022600" cy="952500"/>
          </a:xfrm>
          <a:prstGeom prst="roundRect">
            <a:avLst>
              <a:gd name="adj" fmla="val 8000"/>
            </a:avLst>
          </a:prstGeom>
          <a:solidFill>
            <a:srgbClr val="F07A2A"/>
          </a:solidFill>
          <a:ln/>
        </p:spPr>
      </p:sp>
      <p:sp>
        <p:nvSpPr>
          <p:cNvPr id="13" name="Text 9"/>
          <p:cNvSpPr/>
          <p:nvPr/>
        </p:nvSpPr>
        <p:spPr>
          <a:xfrm>
            <a:off x="4584700" y="3893542"/>
            <a:ext cx="3113278"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C2A3E"/>
                </a:solidFill>
                <a:latin typeface="IBM Plex Sans" pitchFamily="34" charset="0"/>
                <a:ea typeface="IBM Plex Sans" pitchFamily="34" charset="-122"/>
                <a:cs typeface="IBM Plex Sans" pitchFamily="34" charset="-120"/>
              </a:rPr>
              <a:t>Naranja</a:t>
            </a:r>
            <a:endParaRPr lang="en-US" sz="1600" dirty="0"/>
          </a:p>
        </p:txBody>
      </p:sp>
      <p:sp>
        <p:nvSpPr>
          <p:cNvPr id="14" name="Text 10"/>
          <p:cNvSpPr/>
          <p:nvPr/>
        </p:nvSpPr>
        <p:spPr>
          <a:xfrm>
            <a:off x="4584700" y="4226223"/>
            <a:ext cx="3113278"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3E5566"/>
                </a:solidFill>
                <a:latin typeface="IBM Plex Sans" pitchFamily="34" charset="0"/>
                <a:ea typeface="IBM Plex Sans" pitchFamily="34" charset="-122"/>
                <a:cs typeface="IBM Plex Sans" pitchFamily="34" charset="-120"/>
              </a:rPr>
              <a:t>Rojo 240 · verde 122 · azul 42</a:t>
            </a:r>
            <a:endParaRPr lang="en-US" sz="1400" dirty="0"/>
          </a:p>
        </p:txBody>
      </p:sp>
      <p:sp>
        <p:nvSpPr>
          <p:cNvPr id="15" name="Shape 11"/>
          <p:cNvSpPr/>
          <p:nvPr/>
        </p:nvSpPr>
        <p:spPr>
          <a:xfrm>
            <a:off x="7981950" y="2667992"/>
            <a:ext cx="3390900" cy="1982391"/>
          </a:xfrm>
          <a:prstGeom prst="roundRect">
            <a:avLst>
              <a:gd name="adj" fmla="val 6086"/>
            </a:avLst>
          </a:prstGeom>
          <a:solidFill>
            <a:srgbClr val="FCFDFD"/>
          </a:solidFill>
          <a:ln w="12700">
            <a:solidFill>
              <a:srgbClr val="D5E3EA"/>
            </a:solidFill>
            <a:prstDash val="solid"/>
          </a:ln>
        </p:spPr>
      </p:sp>
      <p:sp>
        <p:nvSpPr>
          <p:cNvPr id="16" name="Shape 12"/>
          <p:cNvSpPr/>
          <p:nvPr/>
        </p:nvSpPr>
        <p:spPr>
          <a:xfrm>
            <a:off x="8166100" y="2852142"/>
            <a:ext cx="3022600" cy="952500"/>
          </a:xfrm>
          <a:prstGeom prst="roundRect">
            <a:avLst>
              <a:gd name="adj" fmla="val 8000"/>
            </a:avLst>
          </a:prstGeom>
          <a:solidFill>
            <a:srgbClr val="F0C82A"/>
          </a:solidFill>
          <a:ln/>
        </p:spPr>
      </p:sp>
      <p:sp>
        <p:nvSpPr>
          <p:cNvPr id="17" name="Text 13"/>
          <p:cNvSpPr/>
          <p:nvPr/>
        </p:nvSpPr>
        <p:spPr>
          <a:xfrm>
            <a:off x="8166100" y="3893542"/>
            <a:ext cx="3113278"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C2A3E"/>
                </a:solidFill>
                <a:latin typeface="IBM Plex Sans" pitchFamily="34" charset="0"/>
                <a:ea typeface="IBM Plex Sans" pitchFamily="34" charset="-122"/>
                <a:cs typeface="IBM Plex Sans" pitchFamily="34" charset="-120"/>
              </a:rPr>
              <a:t>Más amarillo</a:t>
            </a:r>
            <a:endParaRPr lang="en-US" sz="1600" dirty="0"/>
          </a:p>
        </p:txBody>
      </p:sp>
      <p:sp>
        <p:nvSpPr>
          <p:cNvPr id="18" name="Text 14"/>
          <p:cNvSpPr/>
          <p:nvPr/>
        </p:nvSpPr>
        <p:spPr>
          <a:xfrm>
            <a:off x="8166100" y="4226223"/>
            <a:ext cx="3113278"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3E5566"/>
                </a:solidFill>
                <a:latin typeface="IBM Plex Sans" pitchFamily="34" charset="0"/>
                <a:ea typeface="IBM Plex Sans" pitchFamily="34" charset="-122"/>
                <a:cs typeface="IBM Plex Sans" pitchFamily="34" charset="-120"/>
              </a:rPr>
              <a:t>Rojo 240 · verde 200 · azul 42</a:t>
            </a:r>
            <a:endParaRPr lang="en-US" sz="1400" dirty="0"/>
          </a:p>
        </p:txBody>
      </p:sp>
      <p:sp>
        <p:nvSpPr>
          <p:cNvPr id="19" name="Shape 15"/>
          <p:cNvSpPr/>
          <p:nvPr/>
        </p:nvSpPr>
        <p:spPr>
          <a:xfrm>
            <a:off x="812800" y="4910733"/>
            <a:ext cx="10566400" cy="635000"/>
          </a:xfrm>
          <a:prstGeom prst="roundRect">
            <a:avLst>
              <a:gd name="adj" fmla="val 20000"/>
            </a:avLst>
          </a:prstGeom>
          <a:solidFill>
            <a:srgbClr val="0B1F2E"/>
          </a:solidFill>
          <a:ln/>
        </p:spPr>
      </p:sp>
      <p:pic>
        <p:nvPicPr>
          <p:cNvPr id="20" name="Image 2" descr="Lightbulb">    </p:cNvPr>
          <p:cNvPicPr>
            <a:picLocks noChangeAspect="1"/>
          </p:cNvPicPr>
          <p:nvPr/>
        </p:nvPicPr>
        <p:blipFill>
          <a:blip r:embed="rId3"/>
          <a:srcRect l="0" r="0" t="0" b="0"/>
          <a:stretch/>
        </p:blipFill>
        <p:spPr>
          <a:xfrm>
            <a:off x="1041400" y="5075833"/>
            <a:ext cx="304800" cy="304800"/>
          </a:xfrm>
          <a:prstGeom prst="rect">
            <a:avLst/>
          </a:prstGeom>
        </p:spPr>
      </p:pic>
      <p:sp>
        <p:nvSpPr>
          <p:cNvPr id="21" name="Text 16"/>
          <p:cNvSpPr/>
          <p:nvPr/>
        </p:nvSpPr>
        <p:spPr>
          <a:xfrm>
            <a:off x="1473200" y="5099645"/>
            <a:ext cx="5675709"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F1F6F8"/>
                </a:solidFill>
                <a:latin typeface="IBM Plex Sans" pitchFamily="34" charset="0"/>
                <a:ea typeface="IBM Plex Sans" pitchFamily="34" charset="-122"/>
                <a:cs typeface="IBM Plex Sans" pitchFamily="34" charset="-120"/>
              </a:rPr>
              <a:t>Con tres números queda descrito el color de cada píxel.</a:t>
            </a:r>
            <a:endParaRPr lang="en-US" sz="1500" dirty="0"/>
          </a:p>
        </p:txBody>
      </p:sp>
      <p:sp>
        <p:nvSpPr>
          <p:cNvPr id="22" name="Text 17"/>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7280"/>
                </a:solidFill>
                <a:latin typeface="IBM Plex Sans" pitchFamily="34" charset="0"/>
                <a:ea typeface="IBM Plex Sans" pitchFamily="34" charset="-122"/>
                <a:cs typeface="IBM Plex Sans" pitchFamily="34" charset="-120"/>
              </a:rPr>
              <a:t>BioImage-Repro UAM · Módulo 1 · Video 1</a:t>
            </a:r>
            <a:endParaRPr lang="en-US" sz="1200" dirty="0"/>
          </a:p>
        </p:txBody>
      </p:sp>
      <p:sp>
        <p:nvSpPr>
          <p:cNvPr id="23" name="Text 18"/>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7280"/>
                </a:solidFill>
                <a:latin typeface="IBM Plex Sans" pitchFamily="34" charset="0"/>
                <a:ea typeface="IBM Plex Sans" pitchFamily="34" charset="-122"/>
                <a:cs typeface="IBM Plex Sans" pitchFamily="34" charset="-120"/>
              </a:rPr>
              <a:t>13 / 19</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B1F2E"/>
        </a:solidFill>
      </p:bgPr>
    </p:bg>
    <p:spTree>
      <p:nvGrpSpPr>
        <p:cNvPr id="1" name=""/>
        <p:cNvGrpSpPr/>
        <p:nvPr/>
      </p:nvGrpSpPr>
      <p:grpSpPr>
        <a:xfrm>
          <a:off x="0" y="0"/>
          <a:ext cx="0" cy="0"/>
          <a:chOff x="0" y="0"/>
          <a:chExt cx="0" cy="0"/>
        </a:xfrm>
      </p:grpSpPr>
      <p:pic>
        <p:nvPicPr>
          <p:cNvPr id="2" name="Image 0" descr="UAM Unidad Iztapalapa">    </p:cNvPr>
          <p:cNvPicPr>
            <a:picLocks noChangeAspect="1"/>
          </p:cNvPicPr>
          <p:nvPr/>
        </p:nvPicPr>
        <p:blipFill>
          <a:blip r:embed="rId1"/>
          <a:srcRect l="-363" r="-363" t="0" b="0"/>
          <a:stretch/>
        </p:blipFill>
        <p:spPr>
          <a:xfrm>
            <a:off x="10261600" y="228600"/>
            <a:ext cx="508000" cy="406400"/>
          </a:xfrm>
          <a:prstGeom prst="rect">
            <a:avLst/>
          </a:prstGeom>
        </p:spPr>
      </p:pic>
      <p:pic>
        <p:nvPicPr>
          <p:cNvPr id="3" name="Image 1" descr="Logotipo de BioImage-Repro UAM">    </p:cNvPr>
          <p:cNvPicPr>
            <a:picLocks noChangeAspect="1"/>
          </p:cNvPicPr>
          <p:nvPr/>
        </p:nvPicPr>
        <p:blipFill>
          <a:blip r:embed="rId2"/>
          <a:srcRect l="-351" r="-351" t="0" b="0"/>
          <a:stretch/>
        </p:blipFill>
        <p:spPr>
          <a:xfrm>
            <a:off x="10972800" y="228600"/>
            <a:ext cx="406400" cy="406400"/>
          </a:xfrm>
          <a:prstGeom prst="rect">
            <a:avLst/>
          </a:prstGeom>
        </p:spPr>
      </p:pic>
      <p:sp>
        <p:nvSpPr>
          <p:cNvPr id="4"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4A259"/>
                </a:solidFill>
                <a:latin typeface="IBM Plex Sans" pitchFamily="34" charset="0"/>
                <a:ea typeface="IBM Plex Sans" pitchFamily="34" charset="-122"/>
                <a:cs typeface="IBM Plex Sans" pitchFamily="34" charset="-120"/>
              </a:rPr>
              <a:t>QUÉ ES UNA IMAGEN DIGITAL</a:t>
            </a:r>
            <a:endParaRPr lang="en-US" sz="1200" dirty="0"/>
          </a:p>
        </p:txBody>
      </p:sp>
      <p:sp>
        <p:nvSpPr>
          <p:cNvPr id="5" name="Text 1"/>
          <p:cNvSpPr/>
          <p:nvPr>
            <p:ph type="title"/>
          </p:nvPr>
        </p:nvSpPr>
        <p:spPr>
          <a:xfrm>
            <a:off x="812800" y="11023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1F6F8"/>
                </a:solidFill>
                <a:latin typeface="EB Garamond" pitchFamily="18" charset="0"/>
                <a:ea typeface="EB Garamond" pitchFamily="18" charset="-122"/>
                <a:cs typeface="EB Garamond" pitchFamily="18" charset="-120"/>
              </a:rPr>
              <a:t>Resolución y tamaño del archivo</a:t>
            </a:r>
            <a:endParaRPr lang="en-US" sz="3600" dirty="0"/>
          </a:p>
        </p:txBody>
      </p:sp>
      <p:sp>
        <p:nvSpPr>
          <p:cNvPr id="6" name="Shape 2"/>
          <p:cNvSpPr/>
          <p:nvPr/>
        </p:nvSpPr>
        <p:spPr>
          <a:xfrm>
            <a:off x="819150" y="1865511"/>
            <a:ext cx="5036741" cy="1125141"/>
          </a:xfrm>
          <a:prstGeom prst="roundRect">
            <a:avLst>
              <a:gd name="adj" fmla="val 10723"/>
            </a:avLst>
          </a:prstGeom>
          <a:solidFill>
            <a:srgbClr val="12304A"/>
          </a:solidFill>
          <a:ln w="12700">
            <a:solidFill>
              <a:srgbClr val="24506E"/>
            </a:solidFill>
            <a:prstDash val="solid"/>
          </a:ln>
        </p:spPr>
      </p:sp>
      <p:sp>
        <p:nvSpPr>
          <p:cNvPr id="7" name="Text 3"/>
          <p:cNvSpPr/>
          <p:nvPr/>
        </p:nvSpPr>
        <p:spPr>
          <a:xfrm>
            <a:off x="1003300" y="2049661"/>
            <a:ext cx="4808494"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F4A259"/>
                </a:solidFill>
                <a:latin typeface="EB Garamond" pitchFamily="18" charset="0"/>
                <a:ea typeface="EB Garamond" pitchFamily="18" charset="-122"/>
                <a:cs typeface="EB Garamond" pitchFamily="18" charset="-120"/>
              </a:rPr>
              <a:t>1,792 × 1,374</a:t>
            </a:r>
            <a:endParaRPr lang="en-US" sz="3600" dirty="0"/>
          </a:p>
        </p:txBody>
      </p:sp>
      <p:sp>
        <p:nvSpPr>
          <p:cNvPr id="8" name="Text 4"/>
          <p:cNvSpPr/>
          <p:nvPr/>
        </p:nvSpPr>
        <p:spPr>
          <a:xfrm>
            <a:off x="1003300" y="2557661"/>
            <a:ext cx="4808494"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3D7E2"/>
                </a:solidFill>
                <a:latin typeface="IBM Plex Sans" pitchFamily="34" charset="0"/>
                <a:ea typeface="IBM Plex Sans" pitchFamily="34" charset="-122"/>
                <a:cs typeface="IBM Plex Sans" pitchFamily="34" charset="-120"/>
              </a:rPr>
              <a:t>píxeles de ancho por alto</a:t>
            </a:r>
            <a:endParaRPr lang="en-US" sz="1400" dirty="0"/>
          </a:p>
        </p:txBody>
      </p:sp>
      <p:sp>
        <p:nvSpPr>
          <p:cNvPr id="9" name="Text 5"/>
          <p:cNvSpPr/>
          <p:nvPr/>
        </p:nvSpPr>
        <p:spPr>
          <a:xfrm>
            <a:off x="5989241" y="2179141"/>
            <a:ext cx="264220" cy="523180"/>
          </a:xfrm>
          <a:prstGeom prst="rect">
            <a:avLst/>
          </a:prstGeom>
          <a:noFill/>
          <a:ln/>
        </p:spPr>
        <p:txBody>
          <a:bodyPr wrap="square" lIns="0" tIns="0" rIns="0" bIns="0" rtlCol="0" anchor="t">
            <a:normAutofit/>
          </a:bodyPr>
          <a:lstStyle/>
          <a:p>
            <a:pPr algn="l" indent="0" marL="0">
              <a:lnSpc>
                <a:spcPts val="3920"/>
              </a:lnSpc>
              <a:buNone/>
            </a:pPr>
            <a:r>
              <a:rPr lang="en-US" sz="2800" dirty="0">
                <a:solidFill>
                  <a:srgbClr val="6CCFF6"/>
                </a:solidFill>
                <a:latin typeface="IBM Plex Sans" pitchFamily="34" charset="0"/>
                <a:ea typeface="IBM Plex Sans" pitchFamily="34" charset="-122"/>
                <a:cs typeface="IBM Plex Sans" pitchFamily="34" charset="-120"/>
              </a:rPr>
              <a:t>=</a:t>
            </a:r>
            <a:endParaRPr lang="en-US" sz="2800" dirty="0"/>
          </a:p>
        </p:txBody>
      </p:sp>
      <p:sp>
        <p:nvSpPr>
          <p:cNvPr id="10" name="Shape 6"/>
          <p:cNvSpPr/>
          <p:nvPr/>
        </p:nvSpPr>
        <p:spPr>
          <a:xfrm>
            <a:off x="6336010" y="1865511"/>
            <a:ext cx="5036840" cy="1125141"/>
          </a:xfrm>
          <a:prstGeom prst="roundRect">
            <a:avLst>
              <a:gd name="adj" fmla="val 10723"/>
            </a:avLst>
          </a:prstGeom>
          <a:solidFill>
            <a:srgbClr val="12304A"/>
          </a:solidFill>
          <a:ln w="12700">
            <a:solidFill>
              <a:srgbClr val="24506E"/>
            </a:solidFill>
            <a:prstDash val="solid"/>
          </a:ln>
        </p:spPr>
      </p:sp>
      <p:sp>
        <p:nvSpPr>
          <p:cNvPr id="11" name="Text 7"/>
          <p:cNvSpPr/>
          <p:nvPr/>
        </p:nvSpPr>
        <p:spPr>
          <a:xfrm>
            <a:off x="6520160" y="2049661"/>
            <a:ext cx="4808596"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F4A259"/>
                </a:solidFill>
                <a:latin typeface="EB Garamond" pitchFamily="18" charset="0"/>
                <a:ea typeface="EB Garamond" pitchFamily="18" charset="-122"/>
                <a:cs typeface="EB Garamond" pitchFamily="18" charset="-120"/>
              </a:rPr>
              <a:t>2.5 millones</a:t>
            </a:r>
            <a:endParaRPr lang="en-US" sz="3600" dirty="0"/>
          </a:p>
        </p:txBody>
      </p:sp>
      <p:sp>
        <p:nvSpPr>
          <p:cNvPr id="12" name="Text 8"/>
          <p:cNvSpPr/>
          <p:nvPr/>
        </p:nvSpPr>
        <p:spPr>
          <a:xfrm>
            <a:off x="6520160" y="2557661"/>
            <a:ext cx="4808596"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3D7E2"/>
                </a:solidFill>
                <a:latin typeface="IBM Plex Sans" pitchFamily="34" charset="0"/>
                <a:ea typeface="IBM Plex Sans" pitchFamily="34" charset="-122"/>
                <a:cs typeface="IBM Plex Sans" pitchFamily="34" charset="-120"/>
              </a:rPr>
              <a:t>de píxeles</a:t>
            </a:r>
            <a:endParaRPr lang="en-US" sz="1400" dirty="0"/>
          </a:p>
        </p:txBody>
      </p:sp>
      <p:sp>
        <p:nvSpPr>
          <p:cNvPr id="13" name="Shape 9"/>
          <p:cNvSpPr/>
          <p:nvPr/>
        </p:nvSpPr>
        <p:spPr>
          <a:xfrm>
            <a:off x="819150" y="3257352"/>
            <a:ext cx="5036741" cy="1125141"/>
          </a:xfrm>
          <a:prstGeom prst="roundRect">
            <a:avLst>
              <a:gd name="adj" fmla="val 10723"/>
            </a:avLst>
          </a:prstGeom>
          <a:solidFill>
            <a:srgbClr val="12304A"/>
          </a:solidFill>
          <a:ln w="12700">
            <a:solidFill>
              <a:srgbClr val="24506E"/>
            </a:solidFill>
            <a:prstDash val="solid"/>
          </a:ln>
        </p:spPr>
      </p:sp>
      <p:sp>
        <p:nvSpPr>
          <p:cNvPr id="14" name="Text 10"/>
          <p:cNvSpPr/>
          <p:nvPr/>
        </p:nvSpPr>
        <p:spPr>
          <a:xfrm>
            <a:off x="1003300" y="3441502"/>
            <a:ext cx="4808494"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F4A259"/>
                </a:solidFill>
                <a:latin typeface="EB Garamond" pitchFamily="18" charset="0"/>
                <a:ea typeface="EB Garamond" pitchFamily="18" charset="-122"/>
                <a:cs typeface="EB Garamond" pitchFamily="18" charset="-120"/>
              </a:rPr>
              <a:t>× 3 bytes</a:t>
            </a:r>
            <a:endParaRPr lang="en-US" sz="3600" dirty="0"/>
          </a:p>
        </p:txBody>
      </p:sp>
      <p:sp>
        <p:nvSpPr>
          <p:cNvPr id="15" name="Text 11"/>
          <p:cNvSpPr/>
          <p:nvPr/>
        </p:nvSpPr>
        <p:spPr>
          <a:xfrm>
            <a:off x="1003300" y="3949502"/>
            <a:ext cx="4808494"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3D7E2"/>
                </a:solidFill>
                <a:latin typeface="IBM Plex Sans" pitchFamily="34" charset="0"/>
                <a:ea typeface="IBM Plex Sans" pitchFamily="34" charset="-122"/>
                <a:cs typeface="IBM Plex Sans" pitchFamily="34" charset="-120"/>
              </a:rPr>
              <a:t>un byte por canal de color</a:t>
            </a:r>
            <a:endParaRPr lang="en-US" sz="1400" dirty="0"/>
          </a:p>
        </p:txBody>
      </p:sp>
      <p:sp>
        <p:nvSpPr>
          <p:cNvPr id="16" name="Text 12"/>
          <p:cNvSpPr/>
          <p:nvPr/>
        </p:nvSpPr>
        <p:spPr>
          <a:xfrm>
            <a:off x="5989241" y="3570982"/>
            <a:ext cx="264220" cy="523180"/>
          </a:xfrm>
          <a:prstGeom prst="rect">
            <a:avLst/>
          </a:prstGeom>
          <a:noFill/>
          <a:ln/>
        </p:spPr>
        <p:txBody>
          <a:bodyPr wrap="square" lIns="0" tIns="0" rIns="0" bIns="0" rtlCol="0" anchor="t">
            <a:normAutofit/>
          </a:bodyPr>
          <a:lstStyle/>
          <a:p>
            <a:pPr algn="l" indent="0" marL="0">
              <a:lnSpc>
                <a:spcPts val="3920"/>
              </a:lnSpc>
              <a:buNone/>
            </a:pPr>
            <a:r>
              <a:rPr lang="en-US" sz="2800" dirty="0">
                <a:solidFill>
                  <a:srgbClr val="6CCFF6"/>
                </a:solidFill>
                <a:latin typeface="IBM Plex Sans" pitchFamily="34" charset="0"/>
                <a:ea typeface="IBM Plex Sans" pitchFamily="34" charset="-122"/>
                <a:cs typeface="IBM Plex Sans" pitchFamily="34" charset="-120"/>
              </a:rPr>
              <a:t>=</a:t>
            </a:r>
            <a:endParaRPr lang="en-US" sz="2800" dirty="0"/>
          </a:p>
        </p:txBody>
      </p:sp>
      <p:sp>
        <p:nvSpPr>
          <p:cNvPr id="17" name="Shape 13"/>
          <p:cNvSpPr/>
          <p:nvPr/>
        </p:nvSpPr>
        <p:spPr>
          <a:xfrm>
            <a:off x="6336010" y="3257352"/>
            <a:ext cx="5036840" cy="1125141"/>
          </a:xfrm>
          <a:prstGeom prst="roundRect">
            <a:avLst>
              <a:gd name="adj" fmla="val 10723"/>
            </a:avLst>
          </a:prstGeom>
          <a:solidFill>
            <a:srgbClr val="12304A"/>
          </a:solidFill>
          <a:ln w="12700">
            <a:solidFill>
              <a:srgbClr val="24506E"/>
            </a:solidFill>
            <a:prstDash val="solid"/>
          </a:ln>
        </p:spPr>
      </p:sp>
      <p:sp>
        <p:nvSpPr>
          <p:cNvPr id="18" name="Text 14"/>
          <p:cNvSpPr/>
          <p:nvPr/>
        </p:nvSpPr>
        <p:spPr>
          <a:xfrm>
            <a:off x="6520160" y="3441502"/>
            <a:ext cx="4808596"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F4A259"/>
                </a:solidFill>
                <a:latin typeface="EB Garamond" pitchFamily="18" charset="0"/>
                <a:ea typeface="EB Garamond" pitchFamily="18" charset="-122"/>
                <a:cs typeface="EB Garamond" pitchFamily="18" charset="-120"/>
              </a:rPr>
              <a:t>≈ 7 MB</a:t>
            </a:r>
            <a:endParaRPr lang="en-US" sz="3600" dirty="0"/>
          </a:p>
        </p:txBody>
      </p:sp>
      <p:sp>
        <p:nvSpPr>
          <p:cNvPr id="19" name="Text 15"/>
          <p:cNvSpPr/>
          <p:nvPr/>
        </p:nvSpPr>
        <p:spPr>
          <a:xfrm>
            <a:off x="6520160" y="3949502"/>
            <a:ext cx="4808596"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3D7E2"/>
                </a:solidFill>
                <a:latin typeface="IBM Plex Sans" pitchFamily="34" charset="0"/>
                <a:ea typeface="IBM Plex Sans" pitchFamily="34" charset="-122"/>
                <a:cs typeface="IBM Plex Sans" pitchFamily="34" charset="-120"/>
              </a:rPr>
              <a:t>sin comprimir; en gris, la tercera parte</a:t>
            </a:r>
            <a:endParaRPr lang="en-US" sz="1400" dirty="0"/>
          </a:p>
        </p:txBody>
      </p:sp>
      <p:sp>
        <p:nvSpPr>
          <p:cNvPr id="20" name="Text 16"/>
          <p:cNvSpPr/>
          <p:nvPr/>
        </p:nvSpPr>
        <p:spPr>
          <a:xfrm>
            <a:off x="812800" y="4642842"/>
            <a:ext cx="9810750"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3D7E2"/>
                </a:solidFill>
                <a:latin typeface="IBM Plex Sans" pitchFamily="34" charset="0"/>
                <a:ea typeface="IBM Plex Sans" pitchFamily="34" charset="-122"/>
                <a:cs typeface="IBM Plex Sans" pitchFamily="34" charset="-120"/>
              </a:rPr>
              <a:t>Más píxeles significan más detalle: el borde de una célula se describe con más cuidado y la medida es más precisa. Pero también hay más datos que guardar y procesar.</a:t>
            </a:r>
            <a:endParaRPr lang="en-US" sz="1400" dirty="0"/>
          </a:p>
        </p:txBody>
      </p:sp>
      <p:sp>
        <p:nvSpPr>
          <p:cNvPr id="21" name="Text 17"/>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9B8"/>
                </a:solidFill>
                <a:latin typeface="IBM Plex Sans" pitchFamily="34" charset="0"/>
                <a:ea typeface="IBM Plex Sans" pitchFamily="34" charset="-122"/>
                <a:cs typeface="IBM Plex Sans" pitchFamily="34" charset="-120"/>
              </a:rPr>
              <a:t>BioImage-Repro UAM · Módulo 1 · Video 1</a:t>
            </a:r>
            <a:endParaRPr lang="en-US" sz="1200" dirty="0"/>
          </a:p>
        </p:txBody>
      </p:sp>
      <p:sp>
        <p:nvSpPr>
          <p:cNvPr id="22" name="Text 18"/>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FA9B8"/>
                </a:solidFill>
                <a:latin typeface="IBM Plex Sans" pitchFamily="34" charset="0"/>
                <a:ea typeface="IBM Plex Sans" pitchFamily="34" charset="-122"/>
                <a:cs typeface="IBM Plex Sans" pitchFamily="34" charset="-120"/>
              </a:rPr>
              <a:t>14 / 19</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F8FA"/>
        </a:solidFill>
      </p:bgPr>
    </p:bg>
    <p:spTree>
      <p:nvGrpSpPr>
        <p:cNvPr id="1" name=""/>
        <p:cNvGrpSpPr/>
        <p:nvPr/>
      </p:nvGrpSpPr>
      <p:grpSpPr>
        <a:xfrm>
          <a:off x="0" y="0"/>
          <a:ext cx="0" cy="0"/>
          <a:chOff x="0" y="0"/>
          <a:chExt cx="0" cy="0"/>
        </a:xfrm>
      </p:grpSpPr>
      <p:pic>
        <p:nvPicPr>
          <p:cNvPr id="2" name="Image 0" descr="UAM Unidad Iztapalapa">    </p:cNvPr>
          <p:cNvPicPr>
            <a:picLocks noChangeAspect="1"/>
          </p:cNvPicPr>
          <p:nvPr/>
        </p:nvPicPr>
        <p:blipFill>
          <a:blip r:embed="rId1"/>
          <a:srcRect l="-363" r="-363" t="0" b="0"/>
          <a:stretch/>
        </p:blipFill>
        <p:spPr>
          <a:xfrm>
            <a:off x="10261600" y="228600"/>
            <a:ext cx="508000" cy="406400"/>
          </a:xfrm>
          <a:prstGeom prst="rect">
            <a:avLst/>
          </a:prstGeom>
        </p:spPr>
      </p:pic>
      <p:pic>
        <p:nvPicPr>
          <p:cNvPr id="3" name="Image 1" descr="Logotipo de BioImage-Repro UAM">    </p:cNvPr>
          <p:cNvPicPr>
            <a:picLocks noChangeAspect="1"/>
          </p:cNvPicPr>
          <p:nvPr/>
        </p:nvPicPr>
        <p:blipFill>
          <a:blip r:embed="rId2"/>
          <a:srcRect l="-351" r="-351" t="0" b="0"/>
          <a:stretch/>
        </p:blipFill>
        <p:spPr>
          <a:xfrm>
            <a:off x="10972800" y="228600"/>
            <a:ext cx="406400" cy="406400"/>
          </a:xfrm>
          <a:prstGeom prst="rect">
            <a:avLst/>
          </a:prstGeom>
        </p:spPr>
      </p:pic>
      <p:sp>
        <p:nvSpPr>
          <p:cNvPr id="4"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3480F"/>
                </a:solidFill>
                <a:latin typeface="IBM Plex Sans" pitchFamily="34" charset="0"/>
                <a:ea typeface="IBM Plex Sans" pitchFamily="34" charset="-122"/>
                <a:cs typeface="IBM Plex Sans" pitchFamily="34" charset="-120"/>
              </a:rPr>
              <a:t>QUÉ VE LA COMPUTADORA</a:t>
            </a:r>
            <a:endParaRPr lang="en-US" sz="1200" dirty="0"/>
          </a:p>
        </p:txBody>
      </p:sp>
      <p:sp>
        <p:nvSpPr>
          <p:cNvPr id="5" name="Text 1"/>
          <p:cNvSpPr/>
          <p:nvPr>
            <p:ph type="title"/>
          </p:nvPr>
        </p:nvSpPr>
        <p:spPr>
          <a:xfrm>
            <a:off x="812800" y="11023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0C2A3E"/>
                </a:solidFill>
                <a:latin typeface="EB Garamond" pitchFamily="18" charset="0"/>
                <a:ea typeface="EB Garamond" pitchFamily="18" charset="-122"/>
                <a:cs typeface="EB Garamond" pitchFamily="18" charset="-120"/>
              </a:rPr>
              <a:t>Una célula brillante son números altos</a:t>
            </a:r>
            <a:endParaRPr lang="en-US" sz="3200" dirty="0"/>
          </a:p>
        </p:txBody>
      </p:sp>
      <p:sp>
        <p:nvSpPr>
          <p:cNvPr id="6" name="Text 2"/>
          <p:cNvSpPr/>
          <p:nvPr/>
        </p:nvSpPr>
        <p:spPr>
          <a:xfrm>
            <a:off x="812800" y="1777901"/>
            <a:ext cx="584200" cy="401241"/>
          </a:xfrm>
          <a:prstGeom prst="rect">
            <a:avLst/>
          </a:prstGeom>
          <a:solidFill>
            <a:srgbClr val="080808"/>
          </a:solidFill>
          <a:ln/>
        </p:spPr>
        <p:txBody>
          <a:bodyPr wrap="square" lIns="0" tIns="76200" rIns="0" bIns="50800" rtlCol="0" anchor="t">
            <a:normAutofit/>
          </a:bodyPr>
          <a:lstStyle/>
          <a:p>
            <a:pPr algn="ctr" indent="0" marL="0">
              <a:lnSpc>
                <a:spcPts val="1960"/>
              </a:lnSpc>
              <a:buNone/>
            </a:pPr>
            <a:r>
              <a:rPr lang="en-US" sz="1400" dirty="0">
                <a:solidFill>
                  <a:srgbClr val="8FA9B8"/>
                </a:solidFill>
                <a:latin typeface="IBM Plex Sans" pitchFamily="34" charset="0"/>
                <a:ea typeface="IBM Plex Sans" pitchFamily="34" charset="-122"/>
                <a:cs typeface="IBM Plex Sans" pitchFamily="34" charset="-120"/>
              </a:rPr>
              <a:t>8</a:t>
            </a:r>
            <a:endParaRPr lang="en-US" sz="1400" dirty="0"/>
          </a:p>
        </p:txBody>
      </p:sp>
      <p:sp>
        <p:nvSpPr>
          <p:cNvPr id="7" name="Text 3"/>
          <p:cNvSpPr/>
          <p:nvPr/>
        </p:nvSpPr>
        <p:spPr>
          <a:xfrm>
            <a:off x="1428750" y="1777901"/>
            <a:ext cx="584200" cy="401241"/>
          </a:xfrm>
          <a:prstGeom prst="rect">
            <a:avLst/>
          </a:prstGeom>
          <a:solidFill>
            <a:srgbClr val="080808"/>
          </a:solidFill>
          <a:ln/>
        </p:spPr>
        <p:txBody>
          <a:bodyPr wrap="square" lIns="0" tIns="76200" rIns="0" bIns="50800" rtlCol="0" anchor="t">
            <a:normAutofit/>
          </a:bodyPr>
          <a:lstStyle/>
          <a:p>
            <a:pPr algn="ctr" indent="0" marL="0">
              <a:lnSpc>
                <a:spcPts val="1960"/>
              </a:lnSpc>
              <a:buNone/>
            </a:pPr>
            <a:r>
              <a:rPr lang="en-US" sz="1400" dirty="0">
                <a:solidFill>
                  <a:srgbClr val="8FA9B8"/>
                </a:solidFill>
                <a:latin typeface="IBM Plex Sans" pitchFamily="34" charset="0"/>
                <a:ea typeface="IBM Plex Sans" pitchFamily="34" charset="-122"/>
                <a:cs typeface="IBM Plex Sans" pitchFamily="34" charset="-120"/>
              </a:rPr>
              <a:t>8</a:t>
            </a:r>
            <a:endParaRPr lang="en-US" sz="1400" dirty="0"/>
          </a:p>
        </p:txBody>
      </p:sp>
      <p:sp>
        <p:nvSpPr>
          <p:cNvPr id="8" name="Text 4"/>
          <p:cNvSpPr/>
          <p:nvPr/>
        </p:nvSpPr>
        <p:spPr>
          <a:xfrm>
            <a:off x="2044700" y="1777901"/>
            <a:ext cx="584200" cy="401241"/>
          </a:xfrm>
          <a:prstGeom prst="rect">
            <a:avLst/>
          </a:prstGeom>
          <a:solidFill>
            <a:srgbClr val="080808"/>
          </a:solidFill>
          <a:ln/>
        </p:spPr>
        <p:txBody>
          <a:bodyPr wrap="square" lIns="0" tIns="76200" rIns="0" bIns="50800" rtlCol="0" anchor="t">
            <a:normAutofit/>
          </a:bodyPr>
          <a:lstStyle/>
          <a:p>
            <a:pPr algn="ctr" indent="0" marL="0">
              <a:lnSpc>
                <a:spcPts val="1960"/>
              </a:lnSpc>
              <a:buNone/>
            </a:pPr>
            <a:r>
              <a:rPr lang="en-US" sz="1400" dirty="0">
                <a:solidFill>
                  <a:srgbClr val="8FA9B8"/>
                </a:solidFill>
                <a:latin typeface="IBM Plex Sans" pitchFamily="34" charset="0"/>
                <a:ea typeface="IBM Plex Sans" pitchFamily="34" charset="-122"/>
                <a:cs typeface="IBM Plex Sans" pitchFamily="34" charset="-120"/>
              </a:rPr>
              <a:t>8</a:t>
            </a:r>
            <a:endParaRPr lang="en-US" sz="1400" dirty="0"/>
          </a:p>
        </p:txBody>
      </p:sp>
      <p:sp>
        <p:nvSpPr>
          <p:cNvPr id="9" name="Text 5"/>
          <p:cNvSpPr/>
          <p:nvPr/>
        </p:nvSpPr>
        <p:spPr>
          <a:xfrm>
            <a:off x="2660650" y="1777901"/>
            <a:ext cx="584200" cy="401241"/>
          </a:xfrm>
          <a:prstGeom prst="rect">
            <a:avLst/>
          </a:prstGeom>
          <a:solidFill>
            <a:srgbClr val="080808"/>
          </a:solidFill>
          <a:ln/>
        </p:spPr>
        <p:txBody>
          <a:bodyPr wrap="square" lIns="0" tIns="76200" rIns="0" bIns="50800" rtlCol="0" anchor="t">
            <a:normAutofit/>
          </a:bodyPr>
          <a:lstStyle/>
          <a:p>
            <a:pPr algn="ctr" indent="0" marL="0">
              <a:lnSpc>
                <a:spcPts val="1960"/>
              </a:lnSpc>
              <a:buNone/>
            </a:pPr>
            <a:r>
              <a:rPr lang="en-US" sz="1400" dirty="0">
                <a:solidFill>
                  <a:srgbClr val="8FA9B8"/>
                </a:solidFill>
                <a:latin typeface="IBM Plex Sans" pitchFamily="34" charset="0"/>
                <a:ea typeface="IBM Plex Sans" pitchFamily="34" charset="-122"/>
                <a:cs typeface="IBM Plex Sans" pitchFamily="34" charset="-120"/>
              </a:rPr>
              <a:t>8</a:t>
            </a:r>
            <a:endParaRPr lang="en-US" sz="1400" dirty="0"/>
          </a:p>
        </p:txBody>
      </p:sp>
      <p:sp>
        <p:nvSpPr>
          <p:cNvPr id="10" name="Text 6"/>
          <p:cNvSpPr/>
          <p:nvPr/>
        </p:nvSpPr>
        <p:spPr>
          <a:xfrm>
            <a:off x="3276600" y="1777901"/>
            <a:ext cx="584200" cy="401241"/>
          </a:xfrm>
          <a:prstGeom prst="rect">
            <a:avLst/>
          </a:prstGeom>
          <a:solidFill>
            <a:srgbClr val="080808"/>
          </a:solidFill>
          <a:ln/>
        </p:spPr>
        <p:txBody>
          <a:bodyPr wrap="square" lIns="0" tIns="76200" rIns="0" bIns="50800" rtlCol="0" anchor="t">
            <a:normAutofit/>
          </a:bodyPr>
          <a:lstStyle/>
          <a:p>
            <a:pPr algn="ctr" indent="0" marL="0">
              <a:lnSpc>
                <a:spcPts val="1960"/>
              </a:lnSpc>
              <a:buNone/>
            </a:pPr>
            <a:r>
              <a:rPr lang="en-US" sz="1400" dirty="0">
                <a:solidFill>
                  <a:srgbClr val="8FA9B8"/>
                </a:solidFill>
                <a:latin typeface="IBM Plex Sans" pitchFamily="34" charset="0"/>
                <a:ea typeface="IBM Plex Sans" pitchFamily="34" charset="-122"/>
                <a:cs typeface="IBM Plex Sans" pitchFamily="34" charset="-120"/>
              </a:rPr>
              <a:t>8</a:t>
            </a:r>
            <a:endParaRPr lang="en-US" sz="1400" dirty="0"/>
          </a:p>
        </p:txBody>
      </p:sp>
      <p:sp>
        <p:nvSpPr>
          <p:cNvPr id="11" name="Text 7"/>
          <p:cNvSpPr/>
          <p:nvPr/>
        </p:nvSpPr>
        <p:spPr>
          <a:xfrm>
            <a:off x="3892550" y="1777901"/>
            <a:ext cx="584200" cy="401241"/>
          </a:xfrm>
          <a:prstGeom prst="rect">
            <a:avLst/>
          </a:prstGeom>
          <a:solidFill>
            <a:srgbClr val="080808"/>
          </a:solidFill>
          <a:ln/>
        </p:spPr>
        <p:txBody>
          <a:bodyPr wrap="square" lIns="0" tIns="76200" rIns="0" bIns="50800" rtlCol="0" anchor="t">
            <a:normAutofit/>
          </a:bodyPr>
          <a:lstStyle/>
          <a:p>
            <a:pPr algn="ctr" indent="0" marL="0">
              <a:lnSpc>
                <a:spcPts val="1960"/>
              </a:lnSpc>
              <a:buNone/>
            </a:pPr>
            <a:r>
              <a:rPr lang="en-US" sz="1400" dirty="0">
                <a:solidFill>
                  <a:srgbClr val="8FA9B8"/>
                </a:solidFill>
                <a:latin typeface="IBM Plex Sans" pitchFamily="34" charset="0"/>
                <a:ea typeface="IBM Plex Sans" pitchFamily="34" charset="-122"/>
                <a:cs typeface="IBM Plex Sans" pitchFamily="34" charset="-120"/>
              </a:rPr>
              <a:t>8</a:t>
            </a:r>
            <a:endParaRPr lang="en-US" sz="1400" dirty="0"/>
          </a:p>
        </p:txBody>
      </p:sp>
      <p:sp>
        <p:nvSpPr>
          <p:cNvPr id="12" name="Text 8"/>
          <p:cNvSpPr/>
          <p:nvPr/>
        </p:nvSpPr>
        <p:spPr>
          <a:xfrm>
            <a:off x="4508500" y="1777901"/>
            <a:ext cx="584200" cy="401241"/>
          </a:xfrm>
          <a:prstGeom prst="rect">
            <a:avLst/>
          </a:prstGeom>
          <a:solidFill>
            <a:srgbClr val="080808"/>
          </a:solidFill>
          <a:ln/>
        </p:spPr>
        <p:txBody>
          <a:bodyPr wrap="square" lIns="0" tIns="76200" rIns="0" bIns="50800" rtlCol="0" anchor="t">
            <a:normAutofit/>
          </a:bodyPr>
          <a:lstStyle/>
          <a:p>
            <a:pPr algn="ctr" indent="0" marL="0">
              <a:lnSpc>
                <a:spcPts val="1960"/>
              </a:lnSpc>
              <a:buNone/>
            </a:pPr>
            <a:r>
              <a:rPr lang="en-US" sz="1400" dirty="0">
                <a:solidFill>
                  <a:srgbClr val="8FA9B8"/>
                </a:solidFill>
                <a:latin typeface="IBM Plex Sans" pitchFamily="34" charset="0"/>
                <a:ea typeface="IBM Plex Sans" pitchFamily="34" charset="-122"/>
                <a:cs typeface="IBM Plex Sans" pitchFamily="34" charset="-120"/>
              </a:rPr>
              <a:t>8</a:t>
            </a:r>
            <a:endParaRPr lang="en-US" sz="1400" dirty="0"/>
          </a:p>
        </p:txBody>
      </p:sp>
      <p:sp>
        <p:nvSpPr>
          <p:cNvPr id="13" name="Text 9"/>
          <p:cNvSpPr/>
          <p:nvPr/>
        </p:nvSpPr>
        <p:spPr>
          <a:xfrm>
            <a:off x="5124450" y="1777901"/>
            <a:ext cx="584200" cy="401241"/>
          </a:xfrm>
          <a:prstGeom prst="rect">
            <a:avLst/>
          </a:prstGeom>
          <a:solidFill>
            <a:srgbClr val="080808"/>
          </a:solidFill>
          <a:ln/>
        </p:spPr>
        <p:txBody>
          <a:bodyPr wrap="square" lIns="0" tIns="76200" rIns="0" bIns="50800" rtlCol="0" anchor="t">
            <a:normAutofit/>
          </a:bodyPr>
          <a:lstStyle/>
          <a:p>
            <a:pPr algn="ctr" indent="0" marL="0">
              <a:lnSpc>
                <a:spcPts val="1960"/>
              </a:lnSpc>
              <a:buNone/>
            </a:pPr>
            <a:r>
              <a:rPr lang="en-US" sz="1400" dirty="0">
                <a:solidFill>
                  <a:srgbClr val="8FA9B8"/>
                </a:solidFill>
                <a:latin typeface="IBM Plex Sans" pitchFamily="34" charset="0"/>
                <a:ea typeface="IBM Plex Sans" pitchFamily="34" charset="-122"/>
                <a:cs typeface="IBM Plex Sans" pitchFamily="34" charset="-120"/>
              </a:rPr>
              <a:t>8</a:t>
            </a:r>
            <a:endParaRPr lang="en-US" sz="1400" dirty="0"/>
          </a:p>
        </p:txBody>
      </p:sp>
      <p:sp>
        <p:nvSpPr>
          <p:cNvPr id="14" name="Text 10"/>
          <p:cNvSpPr/>
          <p:nvPr/>
        </p:nvSpPr>
        <p:spPr>
          <a:xfrm>
            <a:off x="812800" y="2210891"/>
            <a:ext cx="584200" cy="401241"/>
          </a:xfrm>
          <a:prstGeom prst="rect">
            <a:avLst/>
          </a:prstGeom>
          <a:solidFill>
            <a:srgbClr val="080808"/>
          </a:solidFill>
          <a:ln/>
        </p:spPr>
        <p:txBody>
          <a:bodyPr wrap="square" lIns="0" tIns="76200" rIns="0" bIns="50800" rtlCol="0" anchor="t">
            <a:normAutofit/>
          </a:bodyPr>
          <a:lstStyle/>
          <a:p>
            <a:pPr algn="ctr" indent="0" marL="0">
              <a:lnSpc>
                <a:spcPts val="1960"/>
              </a:lnSpc>
              <a:buNone/>
            </a:pPr>
            <a:r>
              <a:rPr lang="en-US" sz="1400" dirty="0">
                <a:solidFill>
                  <a:srgbClr val="8FA9B8"/>
                </a:solidFill>
                <a:latin typeface="IBM Plex Sans" pitchFamily="34" charset="0"/>
                <a:ea typeface="IBM Plex Sans" pitchFamily="34" charset="-122"/>
                <a:cs typeface="IBM Plex Sans" pitchFamily="34" charset="-120"/>
              </a:rPr>
              <a:t>8</a:t>
            </a:r>
            <a:endParaRPr lang="en-US" sz="1400" dirty="0"/>
          </a:p>
        </p:txBody>
      </p:sp>
      <p:sp>
        <p:nvSpPr>
          <p:cNvPr id="15" name="Text 11"/>
          <p:cNvSpPr/>
          <p:nvPr/>
        </p:nvSpPr>
        <p:spPr>
          <a:xfrm>
            <a:off x="1428750" y="2210891"/>
            <a:ext cx="584200" cy="401241"/>
          </a:xfrm>
          <a:prstGeom prst="rect">
            <a:avLst/>
          </a:prstGeom>
          <a:solidFill>
            <a:srgbClr val="080808"/>
          </a:solidFill>
          <a:ln/>
        </p:spPr>
        <p:txBody>
          <a:bodyPr wrap="square" lIns="0" tIns="76200" rIns="0" bIns="50800" rtlCol="0" anchor="t">
            <a:normAutofit/>
          </a:bodyPr>
          <a:lstStyle/>
          <a:p>
            <a:pPr algn="ctr" indent="0" marL="0">
              <a:lnSpc>
                <a:spcPts val="1960"/>
              </a:lnSpc>
              <a:buNone/>
            </a:pPr>
            <a:r>
              <a:rPr lang="en-US" sz="1400" dirty="0">
                <a:solidFill>
                  <a:srgbClr val="8FA9B8"/>
                </a:solidFill>
                <a:latin typeface="IBM Plex Sans" pitchFamily="34" charset="0"/>
                <a:ea typeface="IBM Plex Sans" pitchFamily="34" charset="-122"/>
                <a:cs typeface="IBM Plex Sans" pitchFamily="34" charset="-120"/>
              </a:rPr>
              <a:t>8</a:t>
            </a:r>
            <a:endParaRPr lang="en-US" sz="1400" dirty="0"/>
          </a:p>
        </p:txBody>
      </p:sp>
      <p:sp>
        <p:nvSpPr>
          <p:cNvPr id="16" name="Text 12"/>
          <p:cNvSpPr/>
          <p:nvPr/>
        </p:nvSpPr>
        <p:spPr>
          <a:xfrm>
            <a:off x="2044700" y="2210891"/>
            <a:ext cx="584200" cy="401241"/>
          </a:xfrm>
          <a:prstGeom prst="rect">
            <a:avLst/>
          </a:prstGeom>
          <a:solidFill>
            <a:srgbClr val="3C3C3C"/>
          </a:solidFill>
          <a:ln/>
        </p:spPr>
        <p:txBody>
          <a:bodyPr wrap="square" lIns="0" tIns="76200" rIns="0" bIns="50800" rtlCol="0" anchor="t">
            <a:normAutofit/>
          </a:bodyPr>
          <a:lstStyle/>
          <a:p>
            <a:pPr algn="ctr" indent="0" marL="0">
              <a:lnSpc>
                <a:spcPts val="1960"/>
              </a:lnSpc>
              <a:buNone/>
            </a:pPr>
            <a:r>
              <a:rPr lang="en-US" sz="1400" dirty="0">
                <a:solidFill>
                  <a:srgbClr val="F1F6F8"/>
                </a:solidFill>
                <a:latin typeface="IBM Plex Sans" pitchFamily="34" charset="0"/>
                <a:ea typeface="IBM Plex Sans" pitchFamily="34" charset="-122"/>
                <a:cs typeface="IBM Plex Sans" pitchFamily="34" charset="-120"/>
              </a:rPr>
              <a:t>60</a:t>
            </a:r>
            <a:endParaRPr lang="en-US" sz="1400" dirty="0"/>
          </a:p>
        </p:txBody>
      </p:sp>
      <p:sp>
        <p:nvSpPr>
          <p:cNvPr id="17" name="Text 13"/>
          <p:cNvSpPr/>
          <p:nvPr/>
        </p:nvSpPr>
        <p:spPr>
          <a:xfrm>
            <a:off x="2660650" y="2210891"/>
            <a:ext cx="584200" cy="401241"/>
          </a:xfrm>
          <a:prstGeom prst="rect">
            <a:avLst/>
          </a:prstGeom>
          <a:solidFill>
            <a:srgbClr val="3C3C3C"/>
          </a:solidFill>
          <a:ln/>
        </p:spPr>
        <p:txBody>
          <a:bodyPr wrap="square" lIns="0" tIns="76200" rIns="0" bIns="50800" rtlCol="0" anchor="t">
            <a:normAutofit/>
          </a:bodyPr>
          <a:lstStyle/>
          <a:p>
            <a:pPr algn="ctr" indent="0" marL="0">
              <a:lnSpc>
                <a:spcPts val="1960"/>
              </a:lnSpc>
              <a:buNone/>
            </a:pPr>
            <a:r>
              <a:rPr lang="en-US" sz="1400" dirty="0">
                <a:solidFill>
                  <a:srgbClr val="F1F6F8"/>
                </a:solidFill>
                <a:latin typeface="IBM Plex Sans" pitchFamily="34" charset="0"/>
                <a:ea typeface="IBM Plex Sans" pitchFamily="34" charset="-122"/>
                <a:cs typeface="IBM Plex Sans" pitchFamily="34" charset="-120"/>
              </a:rPr>
              <a:t>60</a:t>
            </a:r>
            <a:endParaRPr lang="en-US" sz="1400" dirty="0"/>
          </a:p>
        </p:txBody>
      </p:sp>
      <p:sp>
        <p:nvSpPr>
          <p:cNvPr id="18" name="Text 14"/>
          <p:cNvSpPr/>
          <p:nvPr/>
        </p:nvSpPr>
        <p:spPr>
          <a:xfrm>
            <a:off x="3276600" y="2210891"/>
            <a:ext cx="584200" cy="401241"/>
          </a:xfrm>
          <a:prstGeom prst="rect">
            <a:avLst/>
          </a:prstGeom>
          <a:solidFill>
            <a:srgbClr val="3C3C3C"/>
          </a:solidFill>
          <a:ln/>
        </p:spPr>
        <p:txBody>
          <a:bodyPr wrap="square" lIns="0" tIns="76200" rIns="0" bIns="50800" rtlCol="0" anchor="t">
            <a:normAutofit/>
          </a:bodyPr>
          <a:lstStyle/>
          <a:p>
            <a:pPr algn="ctr" indent="0" marL="0">
              <a:lnSpc>
                <a:spcPts val="1960"/>
              </a:lnSpc>
              <a:buNone/>
            </a:pPr>
            <a:r>
              <a:rPr lang="en-US" sz="1400" dirty="0">
                <a:solidFill>
                  <a:srgbClr val="F1F6F8"/>
                </a:solidFill>
                <a:latin typeface="IBM Plex Sans" pitchFamily="34" charset="0"/>
                <a:ea typeface="IBM Plex Sans" pitchFamily="34" charset="-122"/>
                <a:cs typeface="IBM Plex Sans" pitchFamily="34" charset="-120"/>
              </a:rPr>
              <a:t>60</a:t>
            </a:r>
            <a:endParaRPr lang="en-US" sz="1400" dirty="0"/>
          </a:p>
        </p:txBody>
      </p:sp>
      <p:sp>
        <p:nvSpPr>
          <p:cNvPr id="19" name="Text 15"/>
          <p:cNvSpPr/>
          <p:nvPr/>
        </p:nvSpPr>
        <p:spPr>
          <a:xfrm>
            <a:off x="3892550" y="2210891"/>
            <a:ext cx="584200" cy="401241"/>
          </a:xfrm>
          <a:prstGeom prst="rect">
            <a:avLst/>
          </a:prstGeom>
          <a:solidFill>
            <a:srgbClr val="3C3C3C"/>
          </a:solidFill>
          <a:ln/>
        </p:spPr>
        <p:txBody>
          <a:bodyPr wrap="square" lIns="0" tIns="76200" rIns="0" bIns="50800" rtlCol="0" anchor="t">
            <a:normAutofit/>
          </a:bodyPr>
          <a:lstStyle/>
          <a:p>
            <a:pPr algn="ctr" indent="0" marL="0">
              <a:lnSpc>
                <a:spcPts val="1960"/>
              </a:lnSpc>
              <a:buNone/>
            </a:pPr>
            <a:r>
              <a:rPr lang="en-US" sz="1400" dirty="0">
                <a:solidFill>
                  <a:srgbClr val="F1F6F8"/>
                </a:solidFill>
                <a:latin typeface="IBM Plex Sans" pitchFamily="34" charset="0"/>
                <a:ea typeface="IBM Plex Sans" pitchFamily="34" charset="-122"/>
                <a:cs typeface="IBM Plex Sans" pitchFamily="34" charset="-120"/>
              </a:rPr>
              <a:t>60</a:t>
            </a:r>
            <a:endParaRPr lang="en-US" sz="1400" dirty="0"/>
          </a:p>
        </p:txBody>
      </p:sp>
      <p:sp>
        <p:nvSpPr>
          <p:cNvPr id="20" name="Text 16"/>
          <p:cNvSpPr/>
          <p:nvPr/>
        </p:nvSpPr>
        <p:spPr>
          <a:xfrm>
            <a:off x="4508500" y="2210891"/>
            <a:ext cx="584200" cy="401241"/>
          </a:xfrm>
          <a:prstGeom prst="rect">
            <a:avLst/>
          </a:prstGeom>
          <a:solidFill>
            <a:srgbClr val="080808"/>
          </a:solidFill>
          <a:ln/>
        </p:spPr>
        <p:txBody>
          <a:bodyPr wrap="square" lIns="0" tIns="76200" rIns="0" bIns="50800" rtlCol="0" anchor="t">
            <a:normAutofit/>
          </a:bodyPr>
          <a:lstStyle/>
          <a:p>
            <a:pPr algn="ctr" indent="0" marL="0">
              <a:lnSpc>
                <a:spcPts val="1960"/>
              </a:lnSpc>
              <a:buNone/>
            </a:pPr>
            <a:r>
              <a:rPr lang="en-US" sz="1400" dirty="0">
                <a:solidFill>
                  <a:srgbClr val="8FA9B8"/>
                </a:solidFill>
                <a:latin typeface="IBM Plex Sans" pitchFamily="34" charset="0"/>
                <a:ea typeface="IBM Plex Sans" pitchFamily="34" charset="-122"/>
                <a:cs typeface="IBM Plex Sans" pitchFamily="34" charset="-120"/>
              </a:rPr>
              <a:t>8</a:t>
            </a:r>
            <a:endParaRPr lang="en-US" sz="1400" dirty="0"/>
          </a:p>
        </p:txBody>
      </p:sp>
      <p:sp>
        <p:nvSpPr>
          <p:cNvPr id="21" name="Text 17"/>
          <p:cNvSpPr/>
          <p:nvPr/>
        </p:nvSpPr>
        <p:spPr>
          <a:xfrm>
            <a:off x="5124450" y="2210891"/>
            <a:ext cx="584200" cy="401241"/>
          </a:xfrm>
          <a:prstGeom prst="rect">
            <a:avLst/>
          </a:prstGeom>
          <a:solidFill>
            <a:srgbClr val="080808"/>
          </a:solidFill>
          <a:ln/>
        </p:spPr>
        <p:txBody>
          <a:bodyPr wrap="square" lIns="0" tIns="76200" rIns="0" bIns="50800" rtlCol="0" anchor="t">
            <a:normAutofit/>
          </a:bodyPr>
          <a:lstStyle/>
          <a:p>
            <a:pPr algn="ctr" indent="0" marL="0">
              <a:lnSpc>
                <a:spcPts val="1960"/>
              </a:lnSpc>
              <a:buNone/>
            </a:pPr>
            <a:r>
              <a:rPr lang="en-US" sz="1400" dirty="0">
                <a:solidFill>
                  <a:srgbClr val="8FA9B8"/>
                </a:solidFill>
                <a:latin typeface="IBM Plex Sans" pitchFamily="34" charset="0"/>
                <a:ea typeface="IBM Plex Sans" pitchFamily="34" charset="-122"/>
                <a:cs typeface="IBM Plex Sans" pitchFamily="34" charset="-120"/>
              </a:rPr>
              <a:t>8</a:t>
            </a:r>
            <a:endParaRPr lang="en-US" sz="1400" dirty="0"/>
          </a:p>
        </p:txBody>
      </p:sp>
      <p:sp>
        <p:nvSpPr>
          <p:cNvPr id="22" name="Text 18"/>
          <p:cNvSpPr/>
          <p:nvPr/>
        </p:nvSpPr>
        <p:spPr>
          <a:xfrm>
            <a:off x="812800" y="2643882"/>
            <a:ext cx="584200" cy="439341"/>
          </a:xfrm>
          <a:prstGeom prst="rect">
            <a:avLst/>
          </a:prstGeom>
          <a:solidFill>
            <a:srgbClr val="080808"/>
          </a:solidFill>
          <a:ln/>
        </p:spPr>
        <p:txBody>
          <a:bodyPr wrap="square" lIns="0" tIns="76200" rIns="0" bIns="50800" rtlCol="0" anchor="t">
            <a:normAutofit/>
          </a:bodyPr>
          <a:lstStyle/>
          <a:p>
            <a:pPr algn="ctr" indent="0" marL="0">
              <a:lnSpc>
                <a:spcPts val="1960"/>
              </a:lnSpc>
              <a:buNone/>
            </a:pPr>
            <a:r>
              <a:rPr lang="en-US" sz="1400" dirty="0">
                <a:solidFill>
                  <a:srgbClr val="8FA9B8"/>
                </a:solidFill>
                <a:latin typeface="IBM Plex Sans" pitchFamily="34" charset="0"/>
                <a:ea typeface="IBM Plex Sans" pitchFamily="34" charset="-122"/>
                <a:cs typeface="IBM Plex Sans" pitchFamily="34" charset="-120"/>
              </a:rPr>
              <a:t>8</a:t>
            </a:r>
            <a:endParaRPr lang="en-US" sz="1400" dirty="0"/>
          </a:p>
        </p:txBody>
      </p:sp>
      <p:sp>
        <p:nvSpPr>
          <p:cNvPr id="23" name="Text 19"/>
          <p:cNvSpPr/>
          <p:nvPr/>
        </p:nvSpPr>
        <p:spPr>
          <a:xfrm>
            <a:off x="1428750" y="2643882"/>
            <a:ext cx="584200" cy="439341"/>
          </a:xfrm>
          <a:prstGeom prst="rect">
            <a:avLst/>
          </a:prstGeom>
          <a:solidFill>
            <a:srgbClr val="3C3C3C"/>
          </a:solidFill>
          <a:ln/>
        </p:spPr>
        <p:txBody>
          <a:bodyPr wrap="square" lIns="0" tIns="76200" rIns="0" bIns="50800" rtlCol="0" anchor="t">
            <a:normAutofit/>
          </a:bodyPr>
          <a:lstStyle/>
          <a:p>
            <a:pPr algn="ctr" indent="0" marL="0">
              <a:lnSpc>
                <a:spcPts val="1960"/>
              </a:lnSpc>
              <a:buNone/>
            </a:pPr>
            <a:r>
              <a:rPr lang="en-US" sz="1400" dirty="0">
                <a:solidFill>
                  <a:srgbClr val="F1F6F8"/>
                </a:solidFill>
                <a:latin typeface="IBM Plex Sans" pitchFamily="34" charset="0"/>
                <a:ea typeface="IBM Plex Sans" pitchFamily="34" charset="-122"/>
                <a:cs typeface="IBM Plex Sans" pitchFamily="34" charset="-120"/>
              </a:rPr>
              <a:t>60</a:t>
            </a:r>
            <a:endParaRPr lang="en-US" sz="1400" dirty="0"/>
          </a:p>
        </p:txBody>
      </p:sp>
      <p:sp>
        <p:nvSpPr>
          <p:cNvPr id="24" name="Text 20"/>
          <p:cNvSpPr/>
          <p:nvPr/>
        </p:nvSpPr>
        <p:spPr>
          <a:xfrm>
            <a:off x="2044700" y="2643882"/>
            <a:ext cx="584200" cy="439341"/>
          </a:xfrm>
          <a:prstGeom prst="rect">
            <a:avLst/>
          </a:prstGeom>
          <a:solidFill>
            <a:srgbClr val="8C8C8C"/>
          </a:solidFill>
          <a:ln/>
        </p:spPr>
        <p:txBody>
          <a:bodyPr wrap="square" lIns="0" tIns="76200" rIns="0" bIns="50800" rtlCol="0" anchor="t">
            <a:normAutofit/>
          </a:bodyPr>
          <a:lstStyle/>
          <a:p>
            <a:pPr algn="ctr" indent="0" marL="0">
              <a:lnSpc>
                <a:spcPts val="1960"/>
              </a:lnSpc>
              <a:buNone/>
            </a:pPr>
            <a:r>
              <a:rPr lang="en-US" sz="1400" dirty="0">
                <a:solidFill>
                  <a:srgbClr val="0B1F2E"/>
                </a:solidFill>
                <a:latin typeface="IBM Plex Sans" pitchFamily="34" charset="0"/>
                <a:ea typeface="IBM Plex Sans" pitchFamily="34" charset="-122"/>
                <a:cs typeface="IBM Plex Sans" pitchFamily="34" charset="-120"/>
              </a:rPr>
              <a:t>140</a:t>
            </a:r>
            <a:endParaRPr lang="en-US" sz="1400" dirty="0"/>
          </a:p>
        </p:txBody>
      </p:sp>
      <p:sp>
        <p:nvSpPr>
          <p:cNvPr id="25" name="Text 21"/>
          <p:cNvSpPr/>
          <p:nvPr/>
        </p:nvSpPr>
        <p:spPr>
          <a:xfrm>
            <a:off x="2670175" y="2653407"/>
            <a:ext cx="565150" cy="420291"/>
          </a:xfrm>
          <a:prstGeom prst="rect">
            <a:avLst/>
          </a:prstGeom>
          <a:solidFill>
            <a:srgbClr val="E6E6E6"/>
          </a:solidFill>
          <a:ln w="19050">
            <a:solidFill>
              <a:srgbClr val="F4A259"/>
            </a:solidFill>
            <a:prstDash val="solid"/>
          </a:ln>
        </p:spPr>
        <p:txBody>
          <a:bodyPr wrap="square" lIns="0" tIns="85725" rIns="0" bIns="60325" rtlCol="0" anchor="t">
            <a:normAutofit/>
          </a:bodyPr>
          <a:lstStyle/>
          <a:p>
            <a:pPr algn="ctr" indent="0" marL="0">
              <a:lnSpc>
                <a:spcPts val="1960"/>
              </a:lnSpc>
              <a:buNone/>
            </a:pPr>
            <a:r>
              <a:rPr lang="en-US" sz="1400" dirty="0">
                <a:solidFill>
                  <a:srgbClr val="0B1F2E"/>
                </a:solidFill>
                <a:latin typeface="IBM Plex Sans" pitchFamily="34" charset="0"/>
                <a:ea typeface="IBM Plex Sans" pitchFamily="34" charset="-122"/>
                <a:cs typeface="IBM Plex Sans" pitchFamily="34" charset="-120"/>
              </a:rPr>
              <a:t>230</a:t>
            </a:r>
            <a:endParaRPr lang="en-US" sz="1400" dirty="0"/>
          </a:p>
        </p:txBody>
      </p:sp>
      <p:sp>
        <p:nvSpPr>
          <p:cNvPr id="26" name="Text 22"/>
          <p:cNvSpPr/>
          <p:nvPr/>
        </p:nvSpPr>
        <p:spPr>
          <a:xfrm>
            <a:off x="3286125" y="2653407"/>
            <a:ext cx="565150" cy="420291"/>
          </a:xfrm>
          <a:prstGeom prst="rect">
            <a:avLst/>
          </a:prstGeom>
          <a:solidFill>
            <a:srgbClr val="E6E6E6"/>
          </a:solidFill>
          <a:ln w="19050">
            <a:solidFill>
              <a:srgbClr val="F4A259"/>
            </a:solidFill>
            <a:prstDash val="solid"/>
          </a:ln>
        </p:spPr>
        <p:txBody>
          <a:bodyPr wrap="square" lIns="0" tIns="85725" rIns="0" bIns="60325" rtlCol="0" anchor="t">
            <a:normAutofit/>
          </a:bodyPr>
          <a:lstStyle/>
          <a:p>
            <a:pPr algn="ctr" indent="0" marL="0">
              <a:lnSpc>
                <a:spcPts val="1960"/>
              </a:lnSpc>
              <a:buNone/>
            </a:pPr>
            <a:r>
              <a:rPr lang="en-US" sz="1400" dirty="0">
                <a:solidFill>
                  <a:srgbClr val="0B1F2E"/>
                </a:solidFill>
                <a:latin typeface="IBM Plex Sans" pitchFamily="34" charset="0"/>
                <a:ea typeface="IBM Plex Sans" pitchFamily="34" charset="-122"/>
                <a:cs typeface="IBM Plex Sans" pitchFamily="34" charset="-120"/>
              </a:rPr>
              <a:t>230</a:t>
            </a:r>
            <a:endParaRPr lang="en-US" sz="1400" dirty="0"/>
          </a:p>
        </p:txBody>
      </p:sp>
      <p:sp>
        <p:nvSpPr>
          <p:cNvPr id="27" name="Text 23"/>
          <p:cNvSpPr/>
          <p:nvPr/>
        </p:nvSpPr>
        <p:spPr>
          <a:xfrm>
            <a:off x="3892550" y="2643882"/>
            <a:ext cx="584200" cy="439341"/>
          </a:xfrm>
          <a:prstGeom prst="rect">
            <a:avLst/>
          </a:prstGeom>
          <a:solidFill>
            <a:srgbClr val="8C8C8C"/>
          </a:solidFill>
          <a:ln/>
        </p:spPr>
        <p:txBody>
          <a:bodyPr wrap="square" lIns="0" tIns="76200" rIns="0" bIns="50800" rtlCol="0" anchor="t">
            <a:normAutofit/>
          </a:bodyPr>
          <a:lstStyle/>
          <a:p>
            <a:pPr algn="ctr" indent="0" marL="0">
              <a:lnSpc>
                <a:spcPts val="1960"/>
              </a:lnSpc>
              <a:buNone/>
            </a:pPr>
            <a:r>
              <a:rPr lang="en-US" sz="1400" dirty="0">
                <a:solidFill>
                  <a:srgbClr val="0B1F2E"/>
                </a:solidFill>
                <a:latin typeface="IBM Plex Sans" pitchFamily="34" charset="0"/>
                <a:ea typeface="IBM Plex Sans" pitchFamily="34" charset="-122"/>
                <a:cs typeface="IBM Plex Sans" pitchFamily="34" charset="-120"/>
              </a:rPr>
              <a:t>140</a:t>
            </a:r>
            <a:endParaRPr lang="en-US" sz="1400" dirty="0"/>
          </a:p>
        </p:txBody>
      </p:sp>
      <p:sp>
        <p:nvSpPr>
          <p:cNvPr id="28" name="Text 24"/>
          <p:cNvSpPr/>
          <p:nvPr/>
        </p:nvSpPr>
        <p:spPr>
          <a:xfrm>
            <a:off x="4508500" y="2643882"/>
            <a:ext cx="584200" cy="439341"/>
          </a:xfrm>
          <a:prstGeom prst="rect">
            <a:avLst/>
          </a:prstGeom>
          <a:solidFill>
            <a:srgbClr val="3C3C3C"/>
          </a:solidFill>
          <a:ln/>
        </p:spPr>
        <p:txBody>
          <a:bodyPr wrap="square" lIns="0" tIns="76200" rIns="0" bIns="50800" rtlCol="0" anchor="t">
            <a:normAutofit/>
          </a:bodyPr>
          <a:lstStyle/>
          <a:p>
            <a:pPr algn="ctr" indent="0" marL="0">
              <a:lnSpc>
                <a:spcPts val="1960"/>
              </a:lnSpc>
              <a:buNone/>
            </a:pPr>
            <a:r>
              <a:rPr lang="en-US" sz="1400" dirty="0">
                <a:solidFill>
                  <a:srgbClr val="F1F6F8"/>
                </a:solidFill>
                <a:latin typeface="IBM Plex Sans" pitchFamily="34" charset="0"/>
                <a:ea typeface="IBM Plex Sans" pitchFamily="34" charset="-122"/>
                <a:cs typeface="IBM Plex Sans" pitchFamily="34" charset="-120"/>
              </a:rPr>
              <a:t>60</a:t>
            </a:r>
            <a:endParaRPr lang="en-US" sz="1400" dirty="0"/>
          </a:p>
        </p:txBody>
      </p:sp>
      <p:sp>
        <p:nvSpPr>
          <p:cNvPr id="29" name="Text 25"/>
          <p:cNvSpPr/>
          <p:nvPr/>
        </p:nvSpPr>
        <p:spPr>
          <a:xfrm>
            <a:off x="5124450" y="2643882"/>
            <a:ext cx="584200" cy="439341"/>
          </a:xfrm>
          <a:prstGeom prst="rect">
            <a:avLst/>
          </a:prstGeom>
          <a:solidFill>
            <a:srgbClr val="080808"/>
          </a:solidFill>
          <a:ln/>
        </p:spPr>
        <p:txBody>
          <a:bodyPr wrap="square" lIns="0" tIns="76200" rIns="0" bIns="50800" rtlCol="0" anchor="t">
            <a:normAutofit/>
          </a:bodyPr>
          <a:lstStyle/>
          <a:p>
            <a:pPr algn="ctr" indent="0" marL="0">
              <a:lnSpc>
                <a:spcPts val="1960"/>
              </a:lnSpc>
              <a:buNone/>
            </a:pPr>
            <a:r>
              <a:rPr lang="en-US" sz="1400" dirty="0">
                <a:solidFill>
                  <a:srgbClr val="8FA9B8"/>
                </a:solidFill>
                <a:latin typeface="IBM Plex Sans" pitchFamily="34" charset="0"/>
                <a:ea typeface="IBM Plex Sans" pitchFamily="34" charset="-122"/>
                <a:cs typeface="IBM Plex Sans" pitchFamily="34" charset="-120"/>
              </a:rPr>
              <a:t>8</a:t>
            </a:r>
            <a:endParaRPr lang="en-US" sz="1400" dirty="0"/>
          </a:p>
        </p:txBody>
      </p:sp>
      <p:sp>
        <p:nvSpPr>
          <p:cNvPr id="30" name="Text 26"/>
          <p:cNvSpPr/>
          <p:nvPr/>
        </p:nvSpPr>
        <p:spPr>
          <a:xfrm>
            <a:off x="812800" y="3114973"/>
            <a:ext cx="584200" cy="439341"/>
          </a:xfrm>
          <a:prstGeom prst="rect">
            <a:avLst/>
          </a:prstGeom>
          <a:solidFill>
            <a:srgbClr val="080808"/>
          </a:solidFill>
          <a:ln/>
        </p:spPr>
        <p:txBody>
          <a:bodyPr wrap="square" lIns="0" tIns="76200" rIns="0" bIns="50800" rtlCol="0" anchor="t">
            <a:normAutofit/>
          </a:bodyPr>
          <a:lstStyle/>
          <a:p>
            <a:pPr algn="ctr" indent="0" marL="0">
              <a:lnSpc>
                <a:spcPts val="1960"/>
              </a:lnSpc>
              <a:buNone/>
            </a:pPr>
            <a:r>
              <a:rPr lang="en-US" sz="1400" dirty="0">
                <a:solidFill>
                  <a:srgbClr val="8FA9B8"/>
                </a:solidFill>
                <a:latin typeface="IBM Plex Sans" pitchFamily="34" charset="0"/>
                <a:ea typeface="IBM Plex Sans" pitchFamily="34" charset="-122"/>
                <a:cs typeface="IBM Plex Sans" pitchFamily="34" charset="-120"/>
              </a:rPr>
              <a:t>8</a:t>
            </a:r>
            <a:endParaRPr lang="en-US" sz="1400" dirty="0"/>
          </a:p>
        </p:txBody>
      </p:sp>
      <p:sp>
        <p:nvSpPr>
          <p:cNvPr id="31" name="Text 27"/>
          <p:cNvSpPr/>
          <p:nvPr/>
        </p:nvSpPr>
        <p:spPr>
          <a:xfrm>
            <a:off x="1428750" y="3114973"/>
            <a:ext cx="584200" cy="439341"/>
          </a:xfrm>
          <a:prstGeom prst="rect">
            <a:avLst/>
          </a:prstGeom>
          <a:solidFill>
            <a:srgbClr val="3C3C3C"/>
          </a:solidFill>
          <a:ln/>
        </p:spPr>
        <p:txBody>
          <a:bodyPr wrap="square" lIns="0" tIns="76200" rIns="0" bIns="50800" rtlCol="0" anchor="t">
            <a:normAutofit/>
          </a:bodyPr>
          <a:lstStyle/>
          <a:p>
            <a:pPr algn="ctr" indent="0" marL="0">
              <a:lnSpc>
                <a:spcPts val="1960"/>
              </a:lnSpc>
              <a:buNone/>
            </a:pPr>
            <a:r>
              <a:rPr lang="en-US" sz="1400" dirty="0">
                <a:solidFill>
                  <a:srgbClr val="F1F6F8"/>
                </a:solidFill>
                <a:latin typeface="IBM Plex Sans" pitchFamily="34" charset="0"/>
                <a:ea typeface="IBM Plex Sans" pitchFamily="34" charset="-122"/>
                <a:cs typeface="IBM Plex Sans" pitchFamily="34" charset="-120"/>
              </a:rPr>
              <a:t>60</a:t>
            </a:r>
            <a:endParaRPr lang="en-US" sz="1400" dirty="0"/>
          </a:p>
        </p:txBody>
      </p:sp>
      <p:sp>
        <p:nvSpPr>
          <p:cNvPr id="32" name="Text 28"/>
          <p:cNvSpPr/>
          <p:nvPr/>
        </p:nvSpPr>
        <p:spPr>
          <a:xfrm>
            <a:off x="2054225" y="3124498"/>
            <a:ext cx="565150" cy="420291"/>
          </a:xfrm>
          <a:prstGeom prst="rect">
            <a:avLst/>
          </a:prstGeom>
          <a:solidFill>
            <a:srgbClr val="E6E6E6"/>
          </a:solidFill>
          <a:ln w="19050">
            <a:solidFill>
              <a:srgbClr val="F4A259"/>
            </a:solidFill>
            <a:prstDash val="solid"/>
          </a:ln>
        </p:spPr>
        <p:txBody>
          <a:bodyPr wrap="square" lIns="0" tIns="85725" rIns="0" bIns="60325" rtlCol="0" anchor="t">
            <a:normAutofit/>
          </a:bodyPr>
          <a:lstStyle/>
          <a:p>
            <a:pPr algn="ctr" indent="0" marL="0">
              <a:lnSpc>
                <a:spcPts val="1960"/>
              </a:lnSpc>
              <a:buNone/>
            </a:pPr>
            <a:r>
              <a:rPr lang="en-US" sz="1400" dirty="0">
                <a:solidFill>
                  <a:srgbClr val="0B1F2E"/>
                </a:solidFill>
                <a:latin typeface="IBM Plex Sans" pitchFamily="34" charset="0"/>
                <a:ea typeface="IBM Plex Sans" pitchFamily="34" charset="-122"/>
                <a:cs typeface="IBM Plex Sans" pitchFamily="34" charset="-120"/>
              </a:rPr>
              <a:t>230</a:t>
            </a:r>
            <a:endParaRPr lang="en-US" sz="1400" dirty="0"/>
          </a:p>
        </p:txBody>
      </p:sp>
      <p:sp>
        <p:nvSpPr>
          <p:cNvPr id="33" name="Text 29"/>
          <p:cNvSpPr/>
          <p:nvPr/>
        </p:nvSpPr>
        <p:spPr>
          <a:xfrm>
            <a:off x="2670175" y="3124498"/>
            <a:ext cx="565150" cy="420291"/>
          </a:xfrm>
          <a:prstGeom prst="rect">
            <a:avLst/>
          </a:prstGeom>
          <a:solidFill>
            <a:srgbClr val="E6E6E6"/>
          </a:solidFill>
          <a:ln w="19050">
            <a:solidFill>
              <a:srgbClr val="F4A259"/>
            </a:solidFill>
            <a:prstDash val="solid"/>
          </a:ln>
        </p:spPr>
        <p:txBody>
          <a:bodyPr wrap="square" lIns="0" tIns="85725" rIns="0" bIns="60325" rtlCol="0" anchor="t">
            <a:normAutofit/>
          </a:bodyPr>
          <a:lstStyle/>
          <a:p>
            <a:pPr algn="ctr" indent="0" marL="0">
              <a:lnSpc>
                <a:spcPts val="1960"/>
              </a:lnSpc>
              <a:buNone/>
            </a:pPr>
            <a:r>
              <a:rPr lang="en-US" sz="1400" dirty="0">
                <a:solidFill>
                  <a:srgbClr val="0B1F2E"/>
                </a:solidFill>
                <a:latin typeface="IBM Plex Sans" pitchFamily="34" charset="0"/>
                <a:ea typeface="IBM Plex Sans" pitchFamily="34" charset="-122"/>
                <a:cs typeface="IBM Plex Sans" pitchFamily="34" charset="-120"/>
              </a:rPr>
              <a:t>230</a:t>
            </a:r>
            <a:endParaRPr lang="en-US" sz="1400" dirty="0"/>
          </a:p>
        </p:txBody>
      </p:sp>
      <p:sp>
        <p:nvSpPr>
          <p:cNvPr id="34" name="Text 30"/>
          <p:cNvSpPr/>
          <p:nvPr/>
        </p:nvSpPr>
        <p:spPr>
          <a:xfrm>
            <a:off x="3286125" y="3124498"/>
            <a:ext cx="565150" cy="420291"/>
          </a:xfrm>
          <a:prstGeom prst="rect">
            <a:avLst/>
          </a:prstGeom>
          <a:solidFill>
            <a:srgbClr val="E6E6E6"/>
          </a:solidFill>
          <a:ln w="19050">
            <a:solidFill>
              <a:srgbClr val="F4A259"/>
            </a:solidFill>
            <a:prstDash val="solid"/>
          </a:ln>
        </p:spPr>
        <p:txBody>
          <a:bodyPr wrap="square" lIns="0" tIns="85725" rIns="0" bIns="60325" rtlCol="0" anchor="t">
            <a:normAutofit/>
          </a:bodyPr>
          <a:lstStyle/>
          <a:p>
            <a:pPr algn="ctr" indent="0" marL="0">
              <a:lnSpc>
                <a:spcPts val="1960"/>
              </a:lnSpc>
              <a:buNone/>
            </a:pPr>
            <a:r>
              <a:rPr lang="en-US" sz="1400" dirty="0">
                <a:solidFill>
                  <a:srgbClr val="0B1F2E"/>
                </a:solidFill>
                <a:latin typeface="IBM Plex Sans" pitchFamily="34" charset="0"/>
                <a:ea typeface="IBM Plex Sans" pitchFamily="34" charset="-122"/>
                <a:cs typeface="IBM Plex Sans" pitchFamily="34" charset="-120"/>
              </a:rPr>
              <a:t>230</a:t>
            </a:r>
            <a:endParaRPr lang="en-US" sz="1400" dirty="0"/>
          </a:p>
        </p:txBody>
      </p:sp>
      <p:sp>
        <p:nvSpPr>
          <p:cNvPr id="35" name="Text 31"/>
          <p:cNvSpPr/>
          <p:nvPr/>
        </p:nvSpPr>
        <p:spPr>
          <a:xfrm>
            <a:off x="3902075" y="3124498"/>
            <a:ext cx="565150" cy="420291"/>
          </a:xfrm>
          <a:prstGeom prst="rect">
            <a:avLst/>
          </a:prstGeom>
          <a:solidFill>
            <a:srgbClr val="E6E6E6"/>
          </a:solidFill>
          <a:ln w="19050">
            <a:solidFill>
              <a:srgbClr val="F4A259"/>
            </a:solidFill>
            <a:prstDash val="solid"/>
          </a:ln>
        </p:spPr>
        <p:txBody>
          <a:bodyPr wrap="square" lIns="0" tIns="85725" rIns="0" bIns="60325" rtlCol="0" anchor="t">
            <a:normAutofit/>
          </a:bodyPr>
          <a:lstStyle/>
          <a:p>
            <a:pPr algn="ctr" indent="0" marL="0">
              <a:lnSpc>
                <a:spcPts val="1960"/>
              </a:lnSpc>
              <a:buNone/>
            </a:pPr>
            <a:r>
              <a:rPr lang="en-US" sz="1400" dirty="0">
                <a:solidFill>
                  <a:srgbClr val="0B1F2E"/>
                </a:solidFill>
                <a:latin typeface="IBM Plex Sans" pitchFamily="34" charset="0"/>
                <a:ea typeface="IBM Plex Sans" pitchFamily="34" charset="-122"/>
                <a:cs typeface="IBM Plex Sans" pitchFamily="34" charset="-120"/>
              </a:rPr>
              <a:t>230</a:t>
            </a:r>
            <a:endParaRPr lang="en-US" sz="1400" dirty="0"/>
          </a:p>
        </p:txBody>
      </p:sp>
      <p:sp>
        <p:nvSpPr>
          <p:cNvPr id="36" name="Text 32"/>
          <p:cNvSpPr/>
          <p:nvPr/>
        </p:nvSpPr>
        <p:spPr>
          <a:xfrm>
            <a:off x="4508500" y="3114973"/>
            <a:ext cx="584200" cy="439341"/>
          </a:xfrm>
          <a:prstGeom prst="rect">
            <a:avLst/>
          </a:prstGeom>
          <a:solidFill>
            <a:srgbClr val="3C3C3C"/>
          </a:solidFill>
          <a:ln/>
        </p:spPr>
        <p:txBody>
          <a:bodyPr wrap="square" lIns="0" tIns="76200" rIns="0" bIns="50800" rtlCol="0" anchor="t">
            <a:normAutofit/>
          </a:bodyPr>
          <a:lstStyle/>
          <a:p>
            <a:pPr algn="ctr" indent="0" marL="0">
              <a:lnSpc>
                <a:spcPts val="1960"/>
              </a:lnSpc>
              <a:buNone/>
            </a:pPr>
            <a:r>
              <a:rPr lang="en-US" sz="1400" dirty="0">
                <a:solidFill>
                  <a:srgbClr val="F1F6F8"/>
                </a:solidFill>
                <a:latin typeface="IBM Plex Sans" pitchFamily="34" charset="0"/>
                <a:ea typeface="IBM Plex Sans" pitchFamily="34" charset="-122"/>
                <a:cs typeface="IBM Plex Sans" pitchFamily="34" charset="-120"/>
              </a:rPr>
              <a:t>60</a:t>
            </a:r>
            <a:endParaRPr lang="en-US" sz="1400" dirty="0"/>
          </a:p>
        </p:txBody>
      </p:sp>
      <p:sp>
        <p:nvSpPr>
          <p:cNvPr id="37" name="Text 33"/>
          <p:cNvSpPr/>
          <p:nvPr/>
        </p:nvSpPr>
        <p:spPr>
          <a:xfrm>
            <a:off x="5124450" y="3114973"/>
            <a:ext cx="584200" cy="439341"/>
          </a:xfrm>
          <a:prstGeom prst="rect">
            <a:avLst/>
          </a:prstGeom>
          <a:solidFill>
            <a:srgbClr val="080808"/>
          </a:solidFill>
          <a:ln/>
        </p:spPr>
        <p:txBody>
          <a:bodyPr wrap="square" lIns="0" tIns="76200" rIns="0" bIns="50800" rtlCol="0" anchor="t">
            <a:normAutofit/>
          </a:bodyPr>
          <a:lstStyle/>
          <a:p>
            <a:pPr algn="ctr" indent="0" marL="0">
              <a:lnSpc>
                <a:spcPts val="1960"/>
              </a:lnSpc>
              <a:buNone/>
            </a:pPr>
            <a:r>
              <a:rPr lang="en-US" sz="1400" dirty="0">
                <a:solidFill>
                  <a:srgbClr val="8FA9B8"/>
                </a:solidFill>
                <a:latin typeface="IBM Plex Sans" pitchFamily="34" charset="0"/>
                <a:ea typeface="IBM Plex Sans" pitchFamily="34" charset="-122"/>
                <a:cs typeface="IBM Plex Sans" pitchFamily="34" charset="-120"/>
              </a:rPr>
              <a:t>8</a:t>
            </a:r>
            <a:endParaRPr lang="en-US" sz="1400" dirty="0"/>
          </a:p>
        </p:txBody>
      </p:sp>
      <p:sp>
        <p:nvSpPr>
          <p:cNvPr id="38" name="Text 34"/>
          <p:cNvSpPr/>
          <p:nvPr/>
        </p:nvSpPr>
        <p:spPr>
          <a:xfrm>
            <a:off x="812800" y="3586063"/>
            <a:ext cx="584200" cy="439341"/>
          </a:xfrm>
          <a:prstGeom prst="rect">
            <a:avLst/>
          </a:prstGeom>
          <a:solidFill>
            <a:srgbClr val="080808"/>
          </a:solidFill>
          <a:ln/>
        </p:spPr>
        <p:txBody>
          <a:bodyPr wrap="square" lIns="0" tIns="76200" rIns="0" bIns="50800" rtlCol="0" anchor="t">
            <a:normAutofit/>
          </a:bodyPr>
          <a:lstStyle/>
          <a:p>
            <a:pPr algn="ctr" indent="0" marL="0">
              <a:lnSpc>
                <a:spcPts val="1960"/>
              </a:lnSpc>
              <a:buNone/>
            </a:pPr>
            <a:r>
              <a:rPr lang="en-US" sz="1400" dirty="0">
                <a:solidFill>
                  <a:srgbClr val="8FA9B8"/>
                </a:solidFill>
                <a:latin typeface="IBM Plex Sans" pitchFamily="34" charset="0"/>
                <a:ea typeface="IBM Plex Sans" pitchFamily="34" charset="-122"/>
                <a:cs typeface="IBM Plex Sans" pitchFamily="34" charset="-120"/>
              </a:rPr>
              <a:t>8</a:t>
            </a:r>
            <a:endParaRPr lang="en-US" sz="1400" dirty="0"/>
          </a:p>
        </p:txBody>
      </p:sp>
      <p:sp>
        <p:nvSpPr>
          <p:cNvPr id="39" name="Text 35"/>
          <p:cNvSpPr/>
          <p:nvPr/>
        </p:nvSpPr>
        <p:spPr>
          <a:xfrm>
            <a:off x="1428750" y="3586063"/>
            <a:ext cx="584200" cy="439341"/>
          </a:xfrm>
          <a:prstGeom prst="rect">
            <a:avLst/>
          </a:prstGeom>
          <a:solidFill>
            <a:srgbClr val="3C3C3C"/>
          </a:solidFill>
          <a:ln/>
        </p:spPr>
        <p:txBody>
          <a:bodyPr wrap="square" lIns="0" tIns="76200" rIns="0" bIns="50800" rtlCol="0" anchor="t">
            <a:normAutofit/>
          </a:bodyPr>
          <a:lstStyle/>
          <a:p>
            <a:pPr algn="ctr" indent="0" marL="0">
              <a:lnSpc>
                <a:spcPts val="1960"/>
              </a:lnSpc>
              <a:buNone/>
            </a:pPr>
            <a:r>
              <a:rPr lang="en-US" sz="1400" dirty="0">
                <a:solidFill>
                  <a:srgbClr val="F1F6F8"/>
                </a:solidFill>
                <a:latin typeface="IBM Plex Sans" pitchFamily="34" charset="0"/>
                <a:ea typeface="IBM Plex Sans" pitchFamily="34" charset="-122"/>
                <a:cs typeface="IBM Plex Sans" pitchFamily="34" charset="-120"/>
              </a:rPr>
              <a:t>60</a:t>
            </a:r>
            <a:endParaRPr lang="en-US" sz="1400" dirty="0"/>
          </a:p>
        </p:txBody>
      </p:sp>
      <p:sp>
        <p:nvSpPr>
          <p:cNvPr id="40" name="Text 36"/>
          <p:cNvSpPr/>
          <p:nvPr/>
        </p:nvSpPr>
        <p:spPr>
          <a:xfrm>
            <a:off x="2054225" y="3595588"/>
            <a:ext cx="565150" cy="420291"/>
          </a:xfrm>
          <a:prstGeom prst="rect">
            <a:avLst/>
          </a:prstGeom>
          <a:solidFill>
            <a:srgbClr val="E6E6E6"/>
          </a:solidFill>
          <a:ln w="19050">
            <a:solidFill>
              <a:srgbClr val="F4A259"/>
            </a:solidFill>
            <a:prstDash val="solid"/>
          </a:ln>
        </p:spPr>
        <p:txBody>
          <a:bodyPr wrap="square" lIns="0" tIns="85725" rIns="0" bIns="60325" rtlCol="0" anchor="t">
            <a:normAutofit/>
          </a:bodyPr>
          <a:lstStyle/>
          <a:p>
            <a:pPr algn="ctr" indent="0" marL="0">
              <a:lnSpc>
                <a:spcPts val="1960"/>
              </a:lnSpc>
              <a:buNone/>
            </a:pPr>
            <a:r>
              <a:rPr lang="en-US" sz="1400" dirty="0">
                <a:solidFill>
                  <a:srgbClr val="0B1F2E"/>
                </a:solidFill>
                <a:latin typeface="IBM Plex Sans" pitchFamily="34" charset="0"/>
                <a:ea typeface="IBM Plex Sans" pitchFamily="34" charset="-122"/>
                <a:cs typeface="IBM Plex Sans" pitchFamily="34" charset="-120"/>
              </a:rPr>
              <a:t>230</a:t>
            </a:r>
            <a:endParaRPr lang="en-US" sz="1400" dirty="0"/>
          </a:p>
        </p:txBody>
      </p:sp>
      <p:sp>
        <p:nvSpPr>
          <p:cNvPr id="41" name="Text 37"/>
          <p:cNvSpPr/>
          <p:nvPr/>
        </p:nvSpPr>
        <p:spPr>
          <a:xfrm>
            <a:off x="2670175" y="3595588"/>
            <a:ext cx="565150" cy="420291"/>
          </a:xfrm>
          <a:prstGeom prst="rect">
            <a:avLst/>
          </a:prstGeom>
          <a:solidFill>
            <a:srgbClr val="E6E6E6"/>
          </a:solidFill>
          <a:ln w="19050">
            <a:solidFill>
              <a:srgbClr val="F4A259"/>
            </a:solidFill>
            <a:prstDash val="solid"/>
          </a:ln>
        </p:spPr>
        <p:txBody>
          <a:bodyPr wrap="square" lIns="0" tIns="85725" rIns="0" bIns="60325" rtlCol="0" anchor="t">
            <a:normAutofit/>
          </a:bodyPr>
          <a:lstStyle/>
          <a:p>
            <a:pPr algn="ctr" indent="0" marL="0">
              <a:lnSpc>
                <a:spcPts val="1960"/>
              </a:lnSpc>
              <a:buNone/>
            </a:pPr>
            <a:r>
              <a:rPr lang="en-US" sz="1400" dirty="0">
                <a:solidFill>
                  <a:srgbClr val="0B1F2E"/>
                </a:solidFill>
                <a:latin typeface="IBM Plex Sans" pitchFamily="34" charset="0"/>
                <a:ea typeface="IBM Plex Sans" pitchFamily="34" charset="-122"/>
                <a:cs typeface="IBM Plex Sans" pitchFamily="34" charset="-120"/>
              </a:rPr>
              <a:t>230</a:t>
            </a:r>
            <a:endParaRPr lang="en-US" sz="1400" dirty="0"/>
          </a:p>
        </p:txBody>
      </p:sp>
      <p:sp>
        <p:nvSpPr>
          <p:cNvPr id="42" name="Text 38"/>
          <p:cNvSpPr/>
          <p:nvPr/>
        </p:nvSpPr>
        <p:spPr>
          <a:xfrm>
            <a:off x="3286125" y="3595588"/>
            <a:ext cx="565150" cy="420291"/>
          </a:xfrm>
          <a:prstGeom prst="rect">
            <a:avLst/>
          </a:prstGeom>
          <a:solidFill>
            <a:srgbClr val="E6E6E6"/>
          </a:solidFill>
          <a:ln w="19050">
            <a:solidFill>
              <a:srgbClr val="F4A259"/>
            </a:solidFill>
            <a:prstDash val="solid"/>
          </a:ln>
        </p:spPr>
        <p:txBody>
          <a:bodyPr wrap="square" lIns="0" tIns="85725" rIns="0" bIns="60325" rtlCol="0" anchor="t">
            <a:normAutofit/>
          </a:bodyPr>
          <a:lstStyle/>
          <a:p>
            <a:pPr algn="ctr" indent="0" marL="0">
              <a:lnSpc>
                <a:spcPts val="1960"/>
              </a:lnSpc>
              <a:buNone/>
            </a:pPr>
            <a:r>
              <a:rPr lang="en-US" sz="1400" dirty="0">
                <a:solidFill>
                  <a:srgbClr val="0B1F2E"/>
                </a:solidFill>
                <a:latin typeface="IBM Plex Sans" pitchFamily="34" charset="0"/>
                <a:ea typeface="IBM Plex Sans" pitchFamily="34" charset="-122"/>
                <a:cs typeface="IBM Plex Sans" pitchFamily="34" charset="-120"/>
              </a:rPr>
              <a:t>230</a:t>
            </a:r>
            <a:endParaRPr lang="en-US" sz="1400" dirty="0"/>
          </a:p>
        </p:txBody>
      </p:sp>
      <p:sp>
        <p:nvSpPr>
          <p:cNvPr id="43" name="Text 39"/>
          <p:cNvSpPr/>
          <p:nvPr/>
        </p:nvSpPr>
        <p:spPr>
          <a:xfrm>
            <a:off x="3902075" y="3595588"/>
            <a:ext cx="565150" cy="420291"/>
          </a:xfrm>
          <a:prstGeom prst="rect">
            <a:avLst/>
          </a:prstGeom>
          <a:solidFill>
            <a:srgbClr val="E6E6E6"/>
          </a:solidFill>
          <a:ln w="19050">
            <a:solidFill>
              <a:srgbClr val="F4A259"/>
            </a:solidFill>
            <a:prstDash val="solid"/>
          </a:ln>
        </p:spPr>
        <p:txBody>
          <a:bodyPr wrap="square" lIns="0" tIns="85725" rIns="0" bIns="60325" rtlCol="0" anchor="t">
            <a:normAutofit/>
          </a:bodyPr>
          <a:lstStyle/>
          <a:p>
            <a:pPr algn="ctr" indent="0" marL="0">
              <a:lnSpc>
                <a:spcPts val="1960"/>
              </a:lnSpc>
              <a:buNone/>
            </a:pPr>
            <a:r>
              <a:rPr lang="en-US" sz="1400" dirty="0">
                <a:solidFill>
                  <a:srgbClr val="0B1F2E"/>
                </a:solidFill>
                <a:latin typeface="IBM Plex Sans" pitchFamily="34" charset="0"/>
                <a:ea typeface="IBM Plex Sans" pitchFamily="34" charset="-122"/>
                <a:cs typeface="IBM Plex Sans" pitchFamily="34" charset="-120"/>
              </a:rPr>
              <a:t>230</a:t>
            </a:r>
            <a:endParaRPr lang="en-US" sz="1400" dirty="0"/>
          </a:p>
        </p:txBody>
      </p:sp>
      <p:sp>
        <p:nvSpPr>
          <p:cNvPr id="44" name="Text 40"/>
          <p:cNvSpPr/>
          <p:nvPr/>
        </p:nvSpPr>
        <p:spPr>
          <a:xfrm>
            <a:off x="4508500" y="3586063"/>
            <a:ext cx="584200" cy="439341"/>
          </a:xfrm>
          <a:prstGeom prst="rect">
            <a:avLst/>
          </a:prstGeom>
          <a:solidFill>
            <a:srgbClr val="3C3C3C"/>
          </a:solidFill>
          <a:ln/>
        </p:spPr>
        <p:txBody>
          <a:bodyPr wrap="square" lIns="0" tIns="76200" rIns="0" bIns="50800" rtlCol="0" anchor="t">
            <a:normAutofit/>
          </a:bodyPr>
          <a:lstStyle/>
          <a:p>
            <a:pPr algn="ctr" indent="0" marL="0">
              <a:lnSpc>
                <a:spcPts val="1960"/>
              </a:lnSpc>
              <a:buNone/>
            </a:pPr>
            <a:r>
              <a:rPr lang="en-US" sz="1400" dirty="0">
                <a:solidFill>
                  <a:srgbClr val="F1F6F8"/>
                </a:solidFill>
                <a:latin typeface="IBM Plex Sans" pitchFamily="34" charset="0"/>
                <a:ea typeface="IBM Plex Sans" pitchFamily="34" charset="-122"/>
                <a:cs typeface="IBM Plex Sans" pitchFamily="34" charset="-120"/>
              </a:rPr>
              <a:t>60</a:t>
            </a:r>
            <a:endParaRPr lang="en-US" sz="1400" dirty="0"/>
          </a:p>
        </p:txBody>
      </p:sp>
      <p:sp>
        <p:nvSpPr>
          <p:cNvPr id="45" name="Text 41"/>
          <p:cNvSpPr/>
          <p:nvPr/>
        </p:nvSpPr>
        <p:spPr>
          <a:xfrm>
            <a:off x="5124450" y="3586063"/>
            <a:ext cx="584200" cy="439341"/>
          </a:xfrm>
          <a:prstGeom prst="rect">
            <a:avLst/>
          </a:prstGeom>
          <a:solidFill>
            <a:srgbClr val="080808"/>
          </a:solidFill>
          <a:ln/>
        </p:spPr>
        <p:txBody>
          <a:bodyPr wrap="square" lIns="0" tIns="76200" rIns="0" bIns="50800" rtlCol="0" anchor="t">
            <a:normAutofit/>
          </a:bodyPr>
          <a:lstStyle/>
          <a:p>
            <a:pPr algn="ctr" indent="0" marL="0">
              <a:lnSpc>
                <a:spcPts val="1960"/>
              </a:lnSpc>
              <a:buNone/>
            </a:pPr>
            <a:r>
              <a:rPr lang="en-US" sz="1400" dirty="0">
                <a:solidFill>
                  <a:srgbClr val="8FA9B8"/>
                </a:solidFill>
                <a:latin typeface="IBM Plex Sans" pitchFamily="34" charset="0"/>
                <a:ea typeface="IBM Plex Sans" pitchFamily="34" charset="-122"/>
                <a:cs typeface="IBM Plex Sans" pitchFamily="34" charset="-120"/>
              </a:rPr>
              <a:t>8</a:t>
            </a:r>
            <a:endParaRPr lang="en-US" sz="1400" dirty="0"/>
          </a:p>
        </p:txBody>
      </p:sp>
      <p:sp>
        <p:nvSpPr>
          <p:cNvPr id="46" name="Text 42"/>
          <p:cNvSpPr/>
          <p:nvPr/>
        </p:nvSpPr>
        <p:spPr>
          <a:xfrm>
            <a:off x="812800" y="4057154"/>
            <a:ext cx="584200" cy="439341"/>
          </a:xfrm>
          <a:prstGeom prst="rect">
            <a:avLst/>
          </a:prstGeom>
          <a:solidFill>
            <a:srgbClr val="080808"/>
          </a:solidFill>
          <a:ln/>
        </p:spPr>
        <p:txBody>
          <a:bodyPr wrap="square" lIns="0" tIns="76200" rIns="0" bIns="50800" rtlCol="0" anchor="t">
            <a:normAutofit/>
          </a:bodyPr>
          <a:lstStyle/>
          <a:p>
            <a:pPr algn="ctr" indent="0" marL="0">
              <a:lnSpc>
                <a:spcPts val="1960"/>
              </a:lnSpc>
              <a:buNone/>
            </a:pPr>
            <a:r>
              <a:rPr lang="en-US" sz="1400" dirty="0">
                <a:solidFill>
                  <a:srgbClr val="8FA9B8"/>
                </a:solidFill>
                <a:latin typeface="IBM Plex Sans" pitchFamily="34" charset="0"/>
                <a:ea typeface="IBM Plex Sans" pitchFamily="34" charset="-122"/>
                <a:cs typeface="IBM Plex Sans" pitchFamily="34" charset="-120"/>
              </a:rPr>
              <a:t>8</a:t>
            </a:r>
            <a:endParaRPr lang="en-US" sz="1400" dirty="0"/>
          </a:p>
        </p:txBody>
      </p:sp>
      <p:sp>
        <p:nvSpPr>
          <p:cNvPr id="47" name="Text 43"/>
          <p:cNvSpPr/>
          <p:nvPr/>
        </p:nvSpPr>
        <p:spPr>
          <a:xfrm>
            <a:off x="1428750" y="4057154"/>
            <a:ext cx="584200" cy="439341"/>
          </a:xfrm>
          <a:prstGeom prst="rect">
            <a:avLst/>
          </a:prstGeom>
          <a:solidFill>
            <a:srgbClr val="3C3C3C"/>
          </a:solidFill>
          <a:ln/>
        </p:spPr>
        <p:txBody>
          <a:bodyPr wrap="square" lIns="0" tIns="76200" rIns="0" bIns="50800" rtlCol="0" anchor="t">
            <a:normAutofit/>
          </a:bodyPr>
          <a:lstStyle/>
          <a:p>
            <a:pPr algn="ctr" indent="0" marL="0">
              <a:lnSpc>
                <a:spcPts val="1960"/>
              </a:lnSpc>
              <a:buNone/>
            </a:pPr>
            <a:r>
              <a:rPr lang="en-US" sz="1400" dirty="0">
                <a:solidFill>
                  <a:srgbClr val="F1F6F8"/>
                </a:solidFill>
                <a:latin typeface="IBM Plex Sans" pitchFamily="34" charset="0"/>
                <a:ea typeface="IBM Plex Sans" pitchFamily="34" charset="-122"/>
                <a:cs typeface="IBM Plex Sans" pitchFamily="34" charset="-120"/>
              </a:rPr>
              <a:t>60</a:t>
            </a:r>
            <a:endParaRPr lang="en-US" sz="1400" dirty="0"/>
          </a:p>
        </p:txBody>
      </p:sp>
      <p:sp>
        <p:nvSpPr>
          <p:cNvPr id="48" name="Text 44"/>
          <p:cNvSpPr/>
          <p:nvPr/>
        </p:nvSpPr>
        <p:spPr>
          <a:xfrm>
            <a:off x="2044700" y="4057154"/>
            <a:ext cx="584200" cy="439341"/>
          </a:xfrm>
          <a:prstGeom prst="rect">
            <a:avLst/>
          </a:prstGeom>
          <a:solidFill>
            <a:srgbClr val="8C8C8C"/>
          </a:solidFill>
          <a:ln/>
        </p:spPr>
        <p:txBody>
          <a:bodyPr wrap="square" lIns="0" tIns="76200" rIns="0" bIns="50800" rtlCol="0" anchor="t">
            <a:normAutofit/>
          </a:bodyPr>
          <a:lstStyle/>
          <a:p>
            <a:pPr algn="ctr" indent="0" marL="0">
              <a:lnSpc>
                <a:spcPts val="1960"/>
              </a:lnSpc>
              <a:buNone/>
            </a:pPr>
            <a:r>
              <a:rPr lang="en-US" sz="1400" dirty="0">
                <a:solidFill>
                  <a:srgbClr val="0B1F2E"/>
                </a:solidFill>
                <a:latin typeface="IBM Plex Sans" pitchFamily="34" charset="0"/>
                <a:ea typeface="IBM Plex Sans" pitchFamily="34" charset="-122"/>
                <a:cs typeface="IBM Plex Sans" pitchFamily="34" charset="-120"/>
              </a:rPr>
              <a:t>140</a:t>
            </a:r>
            <a:endParaRPr lang="en-US" sz="1400" dirty="0"/>
          </a:p>
        </p:txBody>
      </p:sp>
      <p:sp>
        <p:nvSpPr>
          <p:cNvPr id="49" name="Text 45"/>
          <p:cNvSpPr/>
          <p:nvPr/>
        </p:nvSpPr>
        <p:spPr>
          <a:xfrm>
            <a:off x="2670175" y="4066679"/>
            <a:ext cx="565150" cy="420291"/>
          </a:xfrm>
          <a:prstGeom prst="rect">
            <a:avLst/>
          </a:prstGeom>
          <a:solidFill>
            <a:srgbClr val="E6E6E6"/>
          </a:solidFill>
          <a:ln w="19050">
            <a:solidFill>
              <a:srgbClr val="F4A259"/>
            </a:solidFill>
            <a:prstDash val="solid"/>
          </a:ln>
        </p:spPr>
        <p:txBody>
          <a:bodyPr wrap="square" lIns="0" tIns="85725" rIns="0" bIns="60325" rtlCol="0" anchor="t">
            <a:normAutofit/>
          </a:bodyPr>
          <a:lstStyle/>
          <a:p>
            <a:pPr algn="ctr" indent="0" marL="0">
              <a:lnSpc>
                <a:spcPts val="1960"/>
              </a:lnSpc>
              <a:buNone/>
            </a:pPr>
            <a:r>
              <a:rPr lang="en-US" sz="1400" dirty="0">
                <a:solidFill>
                  <a:srgbClr val="0B1F2E"/>
                </a:solidFill>
                <a:latin typeface="IBM Plex Sans" pitchFamily="34" charset="0"/>
                <a:ea typeface="IBM Plex Sans" pitchFamily="34" charset="-122"/>
                <a:cs typeface="IBM Plex Sans" pitchFamily="34" charset="-120"/>
              </a:rPr>
              <a:t>230</a:t>
            </a:r>
            <a:endParaRPr lang="en-US" sz="1400" dirty="0"/>
          </a:p>
        </p:txBody>
      </p:sp>
      <p:sp>
        <p:nvSpPr>
          <p:cNvPr id="50" name="Text 46"/>
          <p:cNvSpPr/>
          <p:nvPr/>
        </p:nvSpPr>
        <p:spPr>
          <a:xfrm>
            <a:off x="3286125" y="4066679"/>
            <a:ext cx="565150" cy="420291"/>
          </a:xfrm>
          <a:prstGeom prst="rect">
            <a:avLst/>
          </a:prstGeom>
          <a:solidFill>
            <a:srgbClr val="E6E6E6"/>
          </a:solidFill>
          <a:ln w="19050">
            <a:solidFill>
              <a:srgbClr val="F4A259"/>
            </a:solidFill>
            <a:prstDash val="solid"/>
          </a:ln>
        </p:spPr>
        <p:txBody>
          <a:bodyPr wrap="square" lIns="0" tIns="85725" rIns="0" bIns="60325" rtlCol="0" anchor="t">
            <a:normAutofit/>
          </a:bodyPr>
          <a:lstStyle/>
          <a:p>
            <a:pPr algn="ctr" indent="0" marL="0">
              <a:lnSpc>
                <a:spcPts val="1960"/>
              </a:lnSpc>
              <a:buNone/>
            </a:pPr>
            <a:r>
              <a:rPr lang="en-US" sz="1400" dirty="0">
                <a:solidFill>
                  <a:srgbClr val="0B1F2E"/>
                </a:solidFill>
                <a:latin typeface="IBM Plex Sans" pitchFamily="34" charset="0"/>
                <a:ea typeface="IBM Plex Sans" pitchFamily="34" charset="-122"/>
                <a:cs typeface="IBM Plex Sans" pitchFamily="34" charset="-120"/>
              </a:rPr>
              <a:t>230</a:t>
            </a:r>
            <a:endParaRPr lang="en-US" sz="1400" dirty="0"/>
          </a:p>
        </p:txBody>
      </p:sp>
      <p:sp>
        <p:nvSpPr>
          <p:cNvPr id="51" name="Text 47"/>
          <p:cNvSpPr/>
          <p:nvPr/>
        </p:nvSpPr>
        <p:spPr>
          <a:xfrm>
            <a:off x="3892550" y="4057154"/>
            <a:ext cx="584200" cy="439341"/>
          </a:xfrm>
          <a:prstGeom prst="rect">
            <a:avLst/>
          </a:prstGeom>
          <a:solidFill>
            <a:srgbClr val="8C8C8C"/>
          </a:solidFill>
          <a:ln/>
        </p:spPr>
        <p:txBody>
          <a:bodyPr wrap="square" lIns="0" tIns="76200" rIns="0" bIns="50800" rtlCol="0" anchor="t">
            <a:normAutofit/>
          </a:bodyPr>
          <a:lstStyle/>
          <a:p>
            <a:pPr algn="ctr" indent="0" marL="0">
              <a:lnSpc>
                <a:spcPts val="1960"/>
              </a:lnSpc>
              <a:buNone/>
            </a:pPr>
            <a:r>
              <a:rPr lang="en-US" sz="1400" dirty="0">
                <a:solidFill>
                  <a:srgbClr val="0B1F2E"/>
                </a:solidFill>
                <a:latin typeface="IBM Plex Sans" pitchFamily="34" charset="0"/>
                <a:ea typeface="IBM Plex Sans" pitchFamily="34" charset="-122"/>
                <a:cs typeface="IBM Plex Sans" pitchFamily="34" charset="-120"/>
              </a:rPr>
              <a:t>140</a:t>
            </a:r>
            <a:endParaRPr lang="en-US" sz="1400" dirty="0"/>
          </a:p>
        </p:txBody>
      </p:sp>
      <p:sp>
        <p:nvSpPr>
          <p:cNvPr id="52" name="Text 48"/>
          <p:cNvSpPr/>
          <p:nvPr/>
        </p:nvSpPr>
        <p:spPr>
          <a:xfrm>
            <a:off x="4508500" y="4057154"/>
            <a:ext cx="584200" cy="439341"/>
          </a:xfrm>
          <a:prstGeom prst="rect">
            <a:avLst/>
          </a:prstGeom>
          <a:solidFill>
            <a:srgbClr val="3C3C3C"/>
          </a:solidFill>
          <a:ln/>
        </p:spPr>
        <p:txBody>
          <a:bodyPr wrap="square" lIns="0" tIns="76200" rIns="0" bIns="50800" rtlCol="0" anchor="t">
            <a:normAutofit/>
          </a:bodyPr>
          <a:lstStyle/>
          <a:p>
            <a:pPr algn="ctr" indent="0" marL="0">
              <a:lnSpc>
                <a:spcPts val="1960"/>
              </a:lnSpc>
              <a:buNone/>
            </a:pPr>
            <a:r>
              <a:rPr lang="en-US" sz="1400" dirty="0">
                <a:solidFill>
                  <a:srgbClr val="F1F6F8"/>
                </a:solidFill>
                <a:latin typeface="IBM Plex Sans" pitchFamily="34" charset="0"/>
                <a:ea typeface="IBM Plex Sans" pitchFamily="34" charset="-122"/>
                <a:cs typeface="IBM Plex Sans" pitchFamily="34" charset="-120"/>
              </a:rPr>
              <a:t>60</a:t>
            </a:r>
            <a:endParaRPr lang="en-US" sz="1400" dirty="0"/>
          </a:p>
        </p:txBody>
      </p:sp>
      <p:sp>
        <p:nvSpPr>
          <p:cNvPr id="53" name="Text 49"/>
          <p:cNvSpPr/>
          <p:nvPr/>
        </p:nvSpPr>
        <p:spPr>
          <a:xfrm>
            <a:off x="5124450" y="4057154"/>
            <a:ext cx="584200" cy="439341"/>
          </a:xfrm>
          <a:prstGeom prst="rect">
            <a:avLst/>
          </a:prstGeom>
          <a:solidFill>
            <a:srgbClr val="080808"/>
          </a:solidFill>
          <a:ln/>
        </p:spPr>
        <p:txBody>
          <a:bodyPr wrap="square" lIns="0" tIns="76200" rIns="0" bIns="50800" rtlCol="0" anchor="t">
            <a:normAutofit/>
          </a:bodyPr>
          <a:lstStyle/>
          <a:p>
            <a:pPr algn="ctr" indent="0" marL="0">
              <a:lnSpc>
                <a:spcPts val="1960"/>
              </a:lnSpc>
              <a:buNone/>
            </a:pPr>
            <a:r>
              <a:rPr lang="en-US" sz="1400" dirty="0">
                <a:solidFill>
                  <a:srgbClr val="8FA9B8"/>
                </a:solidFill>
                <a:latin typeface="IBM Plex Sans" pitchFamily="34" charset="0"/>
                <a:ea typeface="IBM Plex Sans" pitchFamily="34" charset="-122"/>
                <a:cs typeface="IBM Plex Sans" pitchFamily="34" charset="-120"/>
              </a:rPr>
              <a:t>8</a:t>
            </a:r>
            <a:endParaRPr lang="en-US" sz="1400" dirty="0"/>
          </a:p>
        </p:txBody>
      </p:sp>
      <p:sp>
        <p:nvSpPr>
          <p:cNvPr id="54" name="Text 50"/>
          <p:cNvSpPr/>
          <p:nvPr/>
        </p:nvSpPr>
        <p:spPr>
          <a:xfrm>
            <a:off x="812800" y="4528245"/>
            <a:ext cx="584200" cy="401241"/>
          </a:xfrm>
          <a:prstGeom prst="rect">
            <a:avLst/>
          </a:prstGeom>
          <a:solidFill>
            <a:srgbClr val="080808"/>
          </a:solidFill>
          <a:ln/>
        </p:spPr>
        <p:txBody>
          <a:bodyPr wrap="square" lIns="0" tIns="76200" rIns="0" bIns="50800" rtlCol="0" anchor="t">
            <a:normAutofit/>
          </a:bodyPr>
          <a:lstStyle/>
          <a:p>
            <a:pPr algn="ctr" indent="0" marL="0">
              <a:lnSpc>
                <a:spcPts val="1960"/>
              </a:lnSpc>
              <a:buNone/>
            </a:pPr>
            <a:r>
              <a:rPr lang="en-US" sz="1400" dirty="0">
                <a:solidFill>
                  <a:srgbClr val="8FA9B8"/>
                </a:solidFill>
                <a:latin typeface="IBM Plex Sans" pitchFamily="34" charset="0"/>
                <a:ea typeface="IBM Plex Sans" pitchFamily="34" charset="-122"/>
                <a:cs typeface="IBM Plex Sans" pitchFamily="34" charset="-120"/>
              </a:rPr>
              <a:t>8</a:t>
            </a:r>
            <a:endParaRPr lang="en-US" sz="1400" dirty="0"/>
          </a:p>
        </p:txBody>
      </p:sp>
      <p:sp>
        <p:nvSpPr>
          <p:cNvPr id="55" name="Text 51"/>
          <p:cNvSpPr/>
          <p:nvPr/>
        </p:nvSpPr>
        <p:spPr>
          <a:xfrm>
            <a:off x="1428750" y="4528245"/>
            <a:ext cx="584200" cy="401241"/>
          </a:xfrm>
          <a:prstGeom prst="rect">
            <a:avLst/>
          </a:prstGeom>
          <a:solidFill>
            <a:srgbClr val="080808"/>
          </a:solidFill>
          <a:ln/>
        </p:spPr>
        <p:txBody>
          <a:bodyPr wrap="square" lIns="0" tIns="76200" rIns="0" bIns="50800" rtlCol="0" anchor="t">
            <a:normAutofit/>
          </a:bodyPr>
          <a:lstStyle/>
          <a:p>
            <a:pPr algn="ctr" indent="0" marL="0">
              <a:lnSpc>
                <a:spcPts val="1960"/>
              </a:lnSpc>
              <a:buNone/>
            </a:pPr>
            <a:r>
              <a:rPr lang="en-US" sz="1400" dirty="0">
                <a:solidFill>
                  <a:srgbClr val="8FA9B8"/>
                </a:solidFill>
                <a:latin typeface="IBM Plex Sans" pitchFamily="34" charset="0"/>
                <a:ea typeface="IBM Plex Sans" pitchFamily="34" charset="-122"/>
                <a:cs typeface="IBM Plex Sans" pitchFamily="34" charset="-120"/>
              </a:rPr>
              <a:t>8</a:t>
            </a:r>
            <a:endParaRPr lang="en-US" sz="1400" dirty="0"/>
          </a:p>
        </p:txBody>
      </p:sp>
      <p:sp>
        <p:nvSpPr>
          <p:cNvPr id="56" name="Text 52"/>
          <p:cNvSpPr/>
          <p:nvPr/>
        </p:nvSpPr>
        <p:spPr>
          <a:xfrm>
            <a:off x="2044700" y="4528245"/>
            <a:ext cx="584200" cy="401241"/>
          </a:xfrm>
          <a:prstGeom prst="rect">
            <a:avLst/>
          </a:prstGeom>
          <a:solidFill>
            <a:srgbClr val="3C3C3C"/>
          </a:solidFill>
          <a:ln/>
        </p:spPr>
        <p:txBody>
          <a:bodyPr wrap="square" lIns="0" tIns="76200" rIns="0" bIns="50800" rtlCol="0" anchor="t">
            <a:normAutofit/>
          </a:bodyPr>
          <a:lstStyle/>
          <a:p>
            <a:pPr algn="ctr" indent="0" marL="0">
              <a:lnSpc>
                <a:spcPts val="1960"/>
              </a:lnSpc>
              <a:buNone/>
            </a:pPr>
            <a:r>
              <a:rPr lang="en-US" sz="1400" dirty="0">
                <a:solidFill>
                  <a:srgbClr val="F1F6F8"/>
                </a:solidFill>
                <a:latin typeface="IBM Plex Sans" pitchFamily="34" charset="0"/>
                <a:ea typeface="IBM Plex Sans" pitchFamily="34" charset="-122"/>
                <a:cs typeface="IBM Plex Sans" pitchFamily="34" charset="-120"/>
              </a:rPr>
              <a:t>60</a:t>
            </a:r>
            <a:endParaRPr lang="en-US" sz="1400" dirty="0"/>
          </a:p>
        </p:txBody>
      </p:sp>
      <p:sp>
        <p:nvSpPr>
          <p:cNvPr id="57" name="Text 53"/>
          <p:cNvSpPr/>
          <p:nvPr/>
        </p:nvSpPr>
        <p:spPr>
          <a:xfrm>
            <a:off x="2660650" y="4528245"/>
            <a:ext cx="584200" cy="401241"/>
          </a:xfrm>
          <a:prstGeom prst="rect">
            <a:avLst/>
          </a:prstGeom>
          <a:solidFill>
            <a:srgbClr val="3C3C3C"/>
          </a:solidFill>
          <a:ln/>
        </p:spPr>
        <p:txBody>
          <a:bodyPr wrap="square" lIns="0" tIns="76200" rIns="0" bIns="50800" rtlCol="0" anchor="t">
            <a:normAutofit/>
          </a:bodyPr>
          <a:lstStyle/>
          <a:p>
            <a:pPr algn="ctr" indent="0" marL="0">
              <a:lnSpc>
                <a:spcPts val="1960"/>
              </a:lnSpc>
              <a:buNone/>
            </a:pPr>
            <a:r>
              <a:rPr lang="en-US" sz="1400" dirty="0">
                <a:solidFill>
                  <a:srgbClr val="F1F6F8"/>
                </a:solidFill>
                <a:latin typeface="IBM Plex Sans" pitchFamily="34" charset="0"/>
                <a:ea typeface="IBM Plex Sans" pitchFamily="34" charset="-122"/>
                <a:cs typeface="IBM Plex Sans" pitchFamily="34" charset="-120"/>
              </a:rPr>
              <a:t>60</a:t>
            </a:r>
            <a:endParaRPr lang="en-US" sz="1400" dirty="0"/>
          </a:p>
        </p:txBody>
      </p:sp>
      <p:sp>
        <p:nvSpPr>
          <p:cNvPr id="58" name="Text 54"/>
          <p:cNvSpPr/>
          <p:nvPr/>
        </p:nvSpPr>
        <p:spPr>
          <a:xfrm>
            <a:off x="3276600" y="4528245"/>
            <a:ext cx="584200" cy="401241"/>
          </a:xfrm>
          <a:prstGeom prst="rect">
            <a:avLst/>
          </a:prstGeom>
          <a:solidFill>
            <a:srgbClr val="3C3C3C"/>
          </a:solidFill>
          <a:ln/>
        </p:spPr>
        <p:txBody>
          <a:bodyPr wrap="square" lIns="0" tIns="76200" rIns="0" bIns="50800" rtlCol="0" anchor="t">
            <a:normAutofit/>
          </a:bodyPr>
          <a:lstStyle/>
          <a:p>
            <a:pPr algn="ctr" indent="0" marL="0">
              <a:lnSpc>
                <a:spcPts val="1960"/>
              </a:lnSpc>
              <a:buNone/>
            </a:pPr>
            <a:r>
              <a:rPr lang="en-US" sz="1400" dirty="0">
                <a:solidFill>
                  <a:srgbClr val="F1F6F8"/>
                </a:solidFill>
                <a:latin typeface="IBM Plex Sans" pitchFamily="34" charset="0"/>
                <a:ea typeface="IBM Plex Sans" pitchFamily="34" charset="-122"/>
                <a:cs typeface="IBM Plex Sans" pitchFamily="34" charset="-120"/>
              </a:rPr>
              <a:t>60</a:t>
            </a:r>
            <a:endParaRPr lang="en-US" sz="1400" dirty="0"/>
          </a:p>
        </p:txBody>
      </p:sp>
      <p:sp>
        <p:nvSpPr>
          <p:cNvPr id="59" name="Text 55"/>
          <p:cNvSpPr/>
          <p:nvPr/>
        </p:nvSpPr>
        <p:spPr>
          <a:xfrm>
            <a:off x="3892550" y="4528245"/>
            <a:ext cx="584200" cy="401241"/>
          </a:xfrm>
          <a:prstGeom prst="rect">
            <a:avLst/>
          </a:prstGeom>
          <a:solidFill>
            <a:srgbClr val="3C3C3C"/>
          </a:solidFill>
          <a:ln/>
        </p:spPr>
        <p:txBody>
          <a:bodyPr wrap="square" lIns="0" tIns="76200" rIns="0" bIns="50800" rtlCol="0" anchor="t">
            <a:normAutofit/>
          </a:bodyPr>
          <a:lstStyle/>
          <a:p>
            <a:pPr algn="ctr" indent="0" marL="0">
              <a:lnSpc>
                <a:spcPts val="1960"/>
              </a:lnSpc>
              <a:buNone/>
            </a:pPr>
            <a:r>
              <a:rPr lang="en-US" sz="1400" dirty="0">
                <a:solidFill>
                  <a:srgbClr val="F1F6F8"/>
                </a:solidFill>
                <a:latin typeface="IBM Plex Sans" pitchFamily="34" charset="0"/>
                <a:ea typeface="IBM Plex Sans" pitchFamily="34" charset="-122"/>
                <a:cs typeface="IBM Plex Sans" pitchFamily="34" charset="-120"/>
              </a:rPr>
              <a:t>60</a:t>
            </a:r>
            <a:endParaRPr lang="en-US" sz="1400" dirty="0"/>
          </a:p>
        </p:txBody>
      </p:sp>
      <p:sp>
        <p:nvSpPr>
          <p:cNvPr id="60" name="Text 56"/>
          <p:cNvSpPr/>
          <p:nvPr/>
        </p:nvSpPr>
        <p:spPr>
          <a:xfrm>
            <a:off x="4508500" y="4528245"/>
            <a:ext cx="584200" cy="401241"/>
          </a:xfrm>
          <a:prstGeom prst="rect">
            <a:avLst/>
          </a:prstGeom>
          <a:solidFill>
            <a:srgbClr val="080808"/>
          </a:solidFill>
          <a:ln/>
        </p:spPr>
        <p:txBody>
          <a:bodyPr wrap="square" lIns="0" tIns="76200" rIns="0" bIns="50800" rtlCol="0" anchor="t">
            <a:normAutofit/>
          </a:bodyPr>
          <a:lstStyle/>
          <a:p>
            <a:pPr algn="ctr" indent="0" marL="0">
              <a:lnSpc>
                <a:spcPts val="1960"/>
              </a:lnSpc>
              <a:buNone/>
            </a:pPr>
            <a:r>
              <a:rPr lang="en-US" sz="1400" dirty="0">
                <a:solidFill>
                  <a:srgbClr val="8FA9B8"/>
                </a:solidFill>
                <a:latin typeface="IBM Plex Sans" pitchFamily="34" charset="0"/>
                <a:ea typeface="IBM Plex Sans" pitchFamily="34" charset="-122"/>
                <a:cs typeface="IBM Plex Sans" pitchFamily="34" charset="-120"/>
              </a:rPr>
              <a:t>8</a:t>
            </a:r>
            <a:endParaRPr lang="en-US" sz="1400" dirty="0"/>
          </a:p>
        </p:txBody>
      </p:sp>
      <p:sp>
        <p:nvSpPr>
          <p:cNvPr id="61" name="Text 57"/>
          <p:cNvSpPr/>
          <p:nvPr/>
        </p:nvSpPr>
        <p:spPr>
          <a:xfrm>
            <a:off x="5124450" y="4528245"/>
            <a:ext cx="584200" cy="401241"/>
          </a:xfrm>
          <a:prstGeom prst="rect">
            <a:avLst/>
          </a:prstGeom>
          <a:solidFill>
            <a:srgbClr val="080808"/>
          </a:solidFill>
          <a:ln/>
        </p:spPr>
        <p:txBody>
          <a:bodyPr wrap="square" lIns="0" tIns="76200" rIns="0" bIns="50800" rtlCol="0" anchor="t">
            <a:normAutofit/>
          </a:bodyPr>
          <a:lstStyle/>
          <a:p>
            <a:pPr algn="ctr" indent="0" marL="0">
              <a:lnSpc>
                <a:spcPts val="1960"/>
              </a:lnSpc>
              <a:buNone/>
            </a:pPr>
            <a:r>
              <a:rPr lang="en-US" sz="1400" dirty="0">
                <a:solidFill>
                  <a:srgbClr val="8FA9B8"/>
                </a:solidFill>
                <a:latin typeface="IBM Plex Sans" pitchFamily="34" charset="0"/>
                <a:ea typeface="IBM Plex Sans" pitchFamily="34" charset="-122"/>
                <a:cs typeface="IBM Plex Sans" pitchFamily="34" charset="-120"/>
              </a:rPr>
              <a:t>8</a:t>
            </a:r>
            <a:endParaRPr lang="en-US" sz="1400" dirty="0"/>
          </a:p>
        </p:txBody>
      </p:sp>
      <p:sp>
        <p:nvSpPr>
          <p:cNvPr id="62" name="Shape 58"/>
          <p:cNvSpPr/>
          <p:nvPr/>
        </p:nvSpPr>
        <p:spPr>
          <a:xfrm>
            <a:off x="6064250" y="2222302"/>
            <a:ext cx="5314950" cy="1013420"/>
          </a:xfrm>
          <a:prstGeom prst="roundRect">
            <a:avLst>
              <a:gd name="adj" fmla="val 10025"/>
            </a:avLst>
          </a:prstGeom>
          <a:solidFill>
            <a:srgbClr val="0B1F2E"/>
          </a:solidFill>
          <a:ln/>
        </p:spPr>
      </p:sp>
      <p:sp>
        <p:nvSpPr>
          <p:cNvPr id="63" name="Text 59"/>
          <p:cNvSpPr/>
          <p:nvPr/>
        </p:nvSpPr>
        <p:spPr>
          <a:xfrm>
            <a:off x="6242050" y="2374702"/>
            <a:ext cx="5108131"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4A259"/>
                </a:solidFill>
                <a:latin typeface="IBM Plex Sans" pitchFamily="34" charset="0"/>
                <a:ea typeface="IBM Plex Sans" pitchFamily="34" charset="-122"/>
                <a:cs typeface="IBM Plex Sans" pitchFamily="34" charset="-120"/>
              </a:rPr>
              <a:t>ÁREA DE ESTA CÉLULA</a:t>
            </a:r>
            <a:endParaRPr lang="en-US" sz="1200" dirty="0"/>
          </a:p>
        </p:txBody>
      </p:sp>
      <p:sp>
        <p:nvSpPr>
          <p:cNvPr id="64" name="Text 60"/>
          <p:cNvSpPr/>
          <p:nvPr/>
        </p:nvSpPr>
        <p:spPr>
          <a:xfrm>
            <a:off x="6242050" y="2626122"/>
            <a:ext cx="5108131"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F1F6F8"/>
                </a:solidFill>
                <a:latin typeface="EB Garamond" pitchFamily="18" charset="0"/>
                <a:ea typeface="EB Garamond" pitchFamily="18" charset="-122"/>
                <a:cs typeface="EB Garamond" pitchFamily="18" charset="-120"/>
              </a:rPr>
              <a:t>12 píxeles</a:t>
            </a:r>
            <a:endParaRPr lang="en-US" sz="3600" dirty="0"/>
          </a:p>
        </p:txBody>
      </p:sp>
      <p:sp>
        <p:nvSpPr>
          <p:cNvPr id="65" name="Text 61"/>
          <p:cNvSpPr/>
          <p:nvPr/>
        </p:nvSpPr>
        <p:spPr>
          <a:xfrm>
            <a:off x="6064250" y="3362722"/>
            <a:ext cx="5474399"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C2A3E"/>
                </a:solidFill>
                <a:latin typeface="IBM Plex Sans" pitchFamily="34" charset="0"/>
                <a:ea typeface="IBM Plex Sans" pitchFamily="34" charset="-122"/>
                <a:cs typeface="IBM Plex Sans" pitchFamily="34" charset="-120"/>
              </a:rPr>
              <a:t>Medir el área es contar cuántos píxeles ocupa la célula: los doce cuadritos con borde.</a:t>
            </a:r>
            <a:endParaRPr lang="en-US" sz="1400" dirty="0"/>
          </a:p>
        </p:txBody>
      </p:sp>
      <p:sp>
        <p:nvSpPr>
          <p:cNvPr id="66" name="Text 62"/>
          <p:cNvSpPr/>
          <p:nvPr/>
        </p:nvSpPr>
        <p:spPr>
          <a:xfrm>
            <a:off x="6064250" y="3987403"/>
            <a:ext cx="5474399"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E5566"/>
                </a:solidFill>
                <a:latin typeface="IBM Plex Sans" pitchFamily="34" charset="0"/>
                <a:ea typeface="IBM Plex Sans" pitchFamily="34" charset="-122"/>
                <a:cs typeface="IBM Plex Sans" pitchFamily="34" charset="-120"/>
              </a:rPr>
              <a:t>La computadora no ve células: ve números. Nuestro trabajo es enseñarle qué patrón de números es un espermatozoide.</a:t>
            </a:r>
            <a:endParaRPr lang="en-US" sz="1400" dirty="0"/>
          </a:p>
        </p:txBody>
      </p:sp>
      <p:sp>
        <p:nvSpPr>
          <p:cNvPr id="67" name="Text 63"/>
          <p:cNvSpPr/>
          <p:nvPr/>
        </p:nvSpPr>
        <p:spPr>
          <a:xfrm>
            <a:off x="812800" y="6024959"/>
            <a:ext cx="719455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7280"/>
                </a:solidFill>
                <a:latin typeface="IBM Plex Sans" pitchFamily="34" charset="0"/>
                <a:ea typeface="IBM Plex Sans" pitchFamily="34" charset="-122"/>
                <a:cs typeface="IBM Plex Sans" pitchFamily="34" charset="-120"/>
              </a:rPr>
              <a:t>BioImage-Repro UAM · Módulo 1 · Video 1 · Ejemplo en pequeño; una imagen real mide 1,792 × 1,374 píxeles</a:t>
            </a:r>
            <a:endParaRPr lang="en-US" sz="1200" dirty="0"/>
          </a:p>
        </p:txBody>
      </p:sp>
      <p:sp>
        <p:nvSpPr>
          <p:cNvPr id="68" name="Text 64"/>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7280"/>
                </a:solidFill>
                <a:latin typeface="IBM Plex Sans" pitchFamily="34" charset="0"/>
                <a:ea typeface="IBM Plex Sans" pitchFamily="34" charset="-122"/>
                <a:cs typeface="IBM Plex Sans" pitchFamily="34" charset="-120"/>
              </a:rPr>
              <a:t>15 / 19</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B1F2E"/>
        </a:solidFill>
      </p:bgPr>
    </p:bg>
    <p:spTree>
      <p:nvGrpSpPr>
        <p:cNvPr id="1" name=""/>
        <p:cNvGrpSpPr/>
        <p:nvPr/>
      </p:nvGrpSpPr>
      <p:grpSpPr>
        <a:xfrm>
          <a:off x="0" y="0"/>
          <a:ext cx="0" cy="0"/>
          <a:chOff x="0" y="0"/>
          <a:chExt cx="0" cy="0"/>
        </a:xfrm>
      </p:grpSpPr>
      <p:pic>
        <p:nvPicPr>
          <p:cNvPr id="2" name="Image 0" descr="UAM Unidad Iztapalapa">    </p:cNvPr>
          <p:cNvPicPr>
            <a:picLocks noChangeAspect="1"/>
          </p:cNvPicPr>
          <p:nvPr/>
        </p:nvPicPr>
        <p:blipFill>
          <a:blip r:embed="rId1"/>
          <a:srcRect l="-363" r="-363" t="0" b="0"/>
          <a:stretch/>
        </p:blipFill>
        <p:spPr>
          <a:xfrm>
            <a:off x="10261600" y="228600"/>
            <a:ext cx="508000" cy="406400"/>
          </a:xfrm>
          <a:prstGeom prst="rect">
            <a:avLst/>
          </a:prstGeom>
        </p:spPr>
      </p:pic>
      <p:pic>
        <p:nvPicPr>
          <p:cNvPr id="3" name="Image 1" descr="Logotipo de BioImage-Repro UAM">    </p:cNvPr>
          <p:cNvPicPr>
            <a:picLocks noChangeAspect="1"/>
          </p:cNvPicPr>
          <p:nvPr/>
        </p:nvPicPr>
        <p:blipFill>
          <a:blip r:embed="rId2"/>
          <a:srcRect l="-351" r="-351" t="0" b="0"/>
          <a:stretch/>
        </p:blipFill>
        <p:spPr>
          <a:xfrm>
            <a:off x="10972800" y="228600"/>
            <a:ext cx="406400" cy="406400"/>
          </a:xfrm>
          <a:prstGeom prst="rect">
            <a:avLst/>
          </a:prstGeom>
        </p:spPr>
      </p:pic>
      <p:sp>
        <p:nvSpPr>
          <p:cNvPr id="4"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4A259"/>
                </a:solidFill>
                <a:latin typeface="IBM Plex Sans" pitchFamily="34" charset="0"/>
                <a:ea typeface="IBM Plex Sans" pitchFamily="34" charset="-122"/>
                <a:cs typeface="IBM Plex Sans" pitchFamily="34" charset="-120"/>
              </a:rPr>
              <a:t>QUÉ VE LA COMPUTADORA</a:t>
            </a:r>
            <a:endParaRPr lang="en-US" sz="1200" dirty="0"/>
          </a:p>
        </p:txBody>
      </p:sp>
      <p:sp>
        <p:nvSpPr>
          <p:cNvPr id="5" name="Text 1"/>
          <p:cNvSpPr/>
          <p:nvPr>
            <p:ph type="title"/>
          </p:nvPr>
        </p:nvSpPr>
        <p:spPr>
          <a:xfrm>
            <a:off x="812800" y="11023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1F6F8"/>
                </a:solidFill>
                <a:latin typeface="EB Garamond" pitchFamily="18" charset="0"/>
                <a:ea typeface="EB Garamond" pitchFamily="18" charset="-122"/>
                <a:cs typeface="EB Garamond" pitchFamily="18" charset="-120"/>
              </a:rPr>
              <a:t>El histograma: contar los brillos</a:t>
            </a:r>
            <a:endParaRPr lang="en-US" sz="3600" dirty="0"/>
          </a:p>
        </p:txBody>
      </p:sp>
      <p:pic>
        <p:nvPicPr>
          <p:cNvPr id="6" name="Image 2" descr="Histograma de una imagen de fluorescencia: una columna altísima en los brillos bajos y una cola larga y baja hacia los brillos altos">    </p:cNvPr>
          <p:cNvPicPr>
            <a:picLocks noChangeAspect="1"/>
          </p:cNvPicPr>
          <p:nvPr/>
        </p:nvPicPr>
        <p:blipFill>
          <a:blip r:embed="rId3"/>
          <a:srcRect l="0" r="0" t="0" b="0"/>
          <a:stretch/>
        </p:blipFill>
        <p:spPr>
          <a:xfrm>
            <a:off x="812800" y="1833761"/>
            <a:ext cx="5715000" cy="2540000"/>
          </a:xfrm>
          <a:prstGeom prst="rect">
            <a:avLst/>
          </a:prstGeom>
        </p:spPr>
      </p:pic>
      <p:sp>
        <p:nvSpPr>
          <p:cNvPr id="7" name="Text 2"/>
          <p:cNvSpPr/>
          <p:nvPr/>
        </p:nvSpPr>
        <p:spPr>
          <a:xfrm>
            <a:off x="812800" y="4449961"/>
            <a:ext cx="7252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9B8"/>
                </a:solidFill>
                <a:latin typeface="IBM Plex Sans" pitchFamily="34" charset="0"/>
                <a:ea typeface="IBM Plex Sans" pitchFamily="34" charset="-122"/>
                <a:cs typeface="IBM Plex Sans" pitchFamily="34" charset="-120"/>
              </a:rPr>
              <a:t>0 · negro</a:t>
            </a:r>
            <a:endParaRPr lang="en-US" sz="1200" dirty="0"/>
          </a:p>
        </p:txBody>
      </p:sp>
      <p:sp>
        <p:nvSpPr>
          <p:cNvPr id="8" name="Text 3"/>
          <p:cNvSpPr/>
          <p:nvPr/>
        </p:nvSpPr>
        <p:spPr>
          <a:xfrm>
            <a:off x="3370064" y="4449961"/>
            <a:ext cx="41993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9B8"/>
                </a:solidFill>
                <a:latin typeface="IBM Plex Sans" pitchFamily="34" charset="0"/>
                <a:ea typeface="IBM Plex Sans" pitchFamily="34" charset="-122"/>
                <a:cs typeface="IBM Plex Sans" pitchFamily="34" charset="-120"/>
              </a:rPr>
              <a:t>brillo</a:t>
            </a:r>
            <a:endParaRPr lang="en-US" sz="1200" dirty="0"/>
          </a:p>
        </p:txBody>
      </p:sp>
      <p:sp>
        <p:nvSpPr>
          <p:cNvPr id="9" name="Text 4"/>
          <p:cNvSpPr/>
          <p:nvPr/>
        </p:nvSpPr>
        <p:spPr>
          <a:xfrm>
            <a:off x="5501958" y="4449961"/>
            <a:ext cx="1025843"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FA9B8"/>
                </a:solidFill>
                <a:latin typeface="IBM Plex Sans" pitchFamily="34" charset="0"/>
                <a:ea typeface="IBM Plex Sans" pitchFamily="34" charset="-122"/>
                <a:cs typeface="IBM Plex Sans" pitchFamily="34" charset="-120"/>
              </a:rPr>
              <a:t>255 · blanco</a:t>
            </a:r>
            <a:endParaRPr lang="en-US" sz="1200" dirty="0"/>
          </a:p>
        </p:txBody>
      </p:sp>
      <p:sp>
        <p:nvSpPr>
          <p:cNvPr id="10" name="Text 5"/>
          <p:cNvSpPr/>
          <p:nvPr/>
        </p:nvSpPr>
        <p:spPr>
          <a:xfrm>
            <a:off x="6883400" y="2105124"/>
            <a:ext cx="4630674"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F1F6F8"/>
                </a:solidFill>
                <a:latin typeface="IBM Plex Sans" pitchFamily="34" charset="0"/>
                <a:ea typeface="IBM Plex Sans" pitchFamily="34" charset="-122"/>
                <a:cs typeface="IBM Plex Sans" pitchFamily="34" charset="-120"/>
              </a:rPr>
              <a:t>Una gráfica que cuenta cuántos píxeles hay de cada nivel de brillo.</a:t>
            </a:r>
            <a:endParaRPr lang="en-US" sz="1500" dirty="0"/>
          </a:p>
        </p:txBody>
      </p:sp>
      <p:sp>
        <p:nvSpPr>
          <p:cNvPr id="11" name="Text 6"/>
          <p:cNvSpPr/>
          <p:nvPr/>
        </p:nvSpPr>
        <p:spPr>
          <a:xfrm>
            <a:off x="6883400" y="2759174"/>
            <a:ext cx="4630674" cy="771922"/>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3D7E2"/>
                </a:solidFill>
                <a:latin typeface="IBM Plex Sans" pitchFamily="34" charset="0"/>
                <a:ea typeface="IBM Plex Sans" pitchFamily="34" charset="-122"/>
                <a:cs typeface="IBM Plex Sans" pitchFamily="34" charset="-120"/>
              </a:rPr>
              <a:t>En fluorescencia casi todo es fondo oscuro: una columna altísima a la izquierda y una cola larga y baja hacia las células.</a:t>
            </a:r>
            <a:endParaRPr lang="en-US" sz="1400" dirty="0"/>
          </a:p>
        </p:txBody>
      </p:sp>
      <p:sp>
        <p:nvSpPr>
          <p:cNvPr id="12" name="Text 7"/>
          <p:cNvSpPr/>
          <p:nvPr/>
        </p:nvSpPr>
        <p:spPr>
          <a:xfrm>
            <a:off x="6883400" y="3645396"/>
            <a:ext cx="4630674" cy="771922"/>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3D7E2"/>
                </a:solidFill>
                <a:latin typeface="IBM Plex Sans" pitchFamily="34" charset="0"/>
                <a:ea typeface="IBM Plex Sans" pitchFamily="34" charset="-122"/>
                <a:cs typeface="IBM Plex Sans" pitchFamily="34" charset="-120"/>
              </a:rPr>
              <a:t>Por eso un umbral parece funcionar. Pero colas, manchas y bordes rellenan el espacio y no hay una línea limpia donde cortar.</a:t>
            </a:r>
            <a:endParaRPr lang="en-US" sz="1400" dirty="0"/>
          </a:p>
        </p:txBody>
      </p:sp>
      <p:sp>
        <p:nvSpPr>
          <p:cNvPr id="13" name="Text 8"/>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9B8"/>
                </a:solidFill>
                <a:latin typeface="IBM Plex Sans" pitchFamily="34" charset="0"/>
                <a:ea typeface="IBM Plex Sans" pitchFamily="34" charset="-122"/>
                <a:cs typeface="IBM Plex Sans" pitchFamily="34" charset="-120"/>
              </a:rPr>
              <a:t>BioImage-Repro UAM · Módulo 1 · Video 1 · Ilustración esquemática</a:t>
            </a:r>
            <a:endParaRPr lang="en-US" sz="1200" dirty="0"/>
          </a:p>
        </p:txBody>
      </p:sp>
      <p:sp>
        <p:nvSpPr>
          <p:cNvPr id="14" name="Text 9"/>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FA9B8"/>
                </a:solidFill>
                <a:latin typeface="IBM Plex Sans" pitchFamily="34" charset="0"/>
                <a:ea typeface="IBM Plex Sans" pitchFamily="34" charset="-122"/>
                <a:cs typeface="IBM Plex Sans" pitchFamily="34" charset="-120"/>
              </a:rPr>
              <a:t>16 / 19</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4F8FA"/>
        </a:solidFill>
      </p:bgPr>
    </p:bg>
    <p:spTree>
      <p:nvGrpSpPr>
        <p:cNvPr id="1" name=""/>
        <p:cNvGrpSpPr/>
        <p:nvPr/>
      </p:nvGrpSpPr>
      <p:grpSpPr>
        <a:xfrm>
          <a:off x="0" y="0"/>
          <a:ext cx="0" cy="0"/>
          <a:chOff x="0" y="0"/>
          <a:chExt cx="0" cy="0"/>
        </a:xfrm>
      </p:grpSpPr>
      <p:pic>
        <p:nvPicPr>
          <p:cNvPr id="2" name="Image 0" descr="UAM Unidad Iztapalapa">    </p:cNvPr>
          <p:cNvPicPr>
            <a:picLocks noChangeAspect="1"/>
          </p:cNvPicPr>
          <p:nvPr/>
        </p:nvPicPr>
        <p:blipFill>
          <a:blip r:embed="rId1"/>
          <a:srcRect l="-363" r="-363" t="0" b="0"/>
          <a:stretch/>
        </p:blipFill>
        <p:spPr>
          <a:xfrm>
            <a:off x="10261600" y="228600"/>
            <a:ext cx="508000" cy="406400"/>
          </a:xfrm>
          <a:prstGeom prst="rect">
            <a:avLst/>
          </a:prstGeom>
        </p:spPr>
      </p:pic>
      <p:pic>
        <p:nvPicPr>
          <p:cNvPr id="3" name="Image 1" descr="Logotipo de BioImage-Repro UAM">    </p:cNvPr>
          <p:cNvPicPr>
            <a:picLocks noChangeAspect="1"/>
          </p:cNvPicPr>
          <p:nvPr/>
        </p:nvPicPr>
        <p:blipFill>
          <a:blip r:embed="rId2"/>
          <a:srcRect l="-351" r="-351" t="0" b="0"/>
          <a:stretch/>
        </p:blipFill>
        <p:spPr>
          <a:xfrm>
            <a:off x="10972800" y="228600"/>
            <a:ext cx="406400" cy="406400"/>
          </a:xfrm>
          <a:prstGeom prst="rect">
            <a:avLst/>
          </a:prstGeom>
        </p:spPr>
      </p:pic>
      <p:sp>
        <p:nvSpPr>
          <p:cNvPr id="4"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3480F"/>
                </a:solidFill>
                <a:latin typeface="IBM Plex Sans" pitchFamily="34" charset="0"/>
                <a:ea typeface="IBM Plex Sans" pitchFamily="34" charset="-122"/>
                <a:cs typeface="IBM Plex Sans" pitchFamily="34" charset="-120"/>
              </a:rPr>
              <a:t>FORMATOS DE IMAGEN</a:t>
            </a:r>
            <a:endParaRPr lang="en-US" sz="1200" dirty="0"/>
          </a:p>
        </p:txBody>
      </p:sp>
      <p:sp>
        <p:nvSpPr>
          <p:cNvPr id="5" name="Text 1"/>
          <p:cNvSpPr/>
          <p:nvPr>
            <p:ph type="title"/>
          </p:nvPr>
        </p:nvSpPr>
        <p:spPr>
          <a:xfrm>
            <a:off x="812800" y="11023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0C2A3E"/>
                </a:solidFill>
                <a:latin typeface="EB Garamond" pitchFamily="18" charset="0"/>
                <a:ea typeface="EB Garamond" pitchFamily="18" charset="-122"/>
                <a:cs typeface="EB Garamond" pitchFamily="18" charset="-120"/>
              </a:rPr>
              <a:t>Unos formatos conservan los bordes, otros no</a:t>
            </a:r>
            <a:endParaRPr lang="en-US" sz="3200" dirty="0"/>
          </a:p>
        </p:txBody>
      </p:sp>
      <p:sp>
        <p:nvSpPr>
          <p:cNvPr id="6" name="Shape 2"/>
          <p:cNvSpPr/>
          <p:nvPr/>
        </p:nvSpPr>
        <p:spPr>
          <a:xfrm>
            <a:off x="819150" y="1784251"/>
            <a:ext cx="5181600" cy="2549922"/>
          </a:xfrm>
          <a:prstGeom prst="roundRect">
            <a:avLst>
              <a:gd name="adj" fmla="val 4732"/>
            </a:avLst>
          </a:prstGeom>
          <a:solidFill>
            <a:srgbClr val="FCFDFD"/>
          </a:solidFill>
          <a:ln w="12700">
            <a:solidFill>
              <a:srgbClr val="D5E3EA"/>
            </a:solidFill>
            <a:prstDash val="solid"/>
          </a:ln>
        </p:spPr>
      </p:sp>
      <p:pic>
        <p:nvPicPr>
          <p:cNvPr id="7" name="Image 2" descr="Una célula con borde nítido">    </p:cNvPr>
          <p:cNvPicPr>
            <a:picLocks noChangeAspect="1"/>
          </p:cNvPicPr>
          <p:nvPr/>
        </p:nvPicPr>
        <p:blipFill>
          <a:blip r:embed="rId3"/>
          <a:srcRect l="0" r="0" t="0" b="0"/>
          <a:stretch/>
        </p:blipFill>
        <p:spPr>
          <a:xfrm>
            <a:off x="1016000" y="1981101"/>
            <a:ext cx="2286000" cy="1206500"/>
          </a:xfrm>
          <a:prstGeom prst="rect">
            <a:avLst/>
          </a:prstGeom>
        </p:spPr>
      </p:pic>
      <p:sp>
        <p:nvSpPr>
          <p:cNvPr id="8" name="Text 3"/>
          <p:cNvSpPr/>
          <p:nvPr/>
        </p:nvSpPr>
        <p:spPr>
          <a:xfrm>
            <a:off x="1016000" y="3276501"/>
            <a:ext cx="4931537"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C2A3E"/>
                </a:solidFill>
                <a:latin typeface="IBM Plex Sans" pitchFamily="34" charset="0"/>
                <a:ea typeface="IBM Plex Sans" pitchFamily="34" charset="-122"/>
                <a:cs typeface="IBM Plex Sans" pitchFamily="34" charset="-120"/>
              </a:rPr>
              <a:t>BMP · PNG · TIFF</a:t>
            </a:r>
            <a:endParaRPr lang="en-US" sz="1800" dirty="0"/>
          </a:p>
        </p:txBody>
      </p:sp>
      <p:sp>
        <p:nvSpPr>
          <p:cNvPr id="9" name="Text 4"/>
          <p:cNvSpPr/>
          <p:nvPr/>
        </p:nvSpPr>
        <p:spPr>
          <a:xfrm>
            <a:off x="1016000" y="3639641"/>
            <a:ext cx="4931537"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E5566"/>
                </a:solidFill>
                <a:latin typeface="IBM Plex Sans" pitchFamily="34" charset="0"/>
                <a:ea typeface="IBM Plex Sans" pitchFamily="34" charset="-122"/>
                <a:cs typeface="IBM Plex Sans" pitchFamily="34" charset="-120"/>
              </a:rPr>
              <a:t>Guardan la imagen tal cual. El borde queda donde está, y la medida también.</a:t>
            </a:r>
            <a:endParaRPr lang="en-US" sz="1400" dirty="0"/>
          </a:p>
        </p:txBody>
      </p:sp>
      <p:sp>
        <p:nvSpPr>
          <p:cNvPr id="10" name="Shape 5"/>
          <p:cNvSpPr/>
          <p:nvPr/>
        </p:nvSpPr>
        <p:spPr>
          <a:xfrm>
            <a:off x="6191250" y="1784251"/>
            <a:ext cx="5181600" cy="2549922"/>
          </a:xfrm>
          <a:prstGeom prst="roundRect">
            <a:avLst>
              <a:gd name="adj" fmla="val 4732"/>
            </a:avLst>
          </a:prstGeom>
          <a:solidFill>
            <a:srgbClr val="FCFDFD"/>
          </a:solidFill>
          <a:ln w="12700">
            <a:solidFill>
              <a:srgbClr val="D5E3EA"/>
            </a:solidFill>
            <a:prstDash val="solid"/>
          </a:ln>
        </p:spPr>
      </p:sp>
      <p:pic>
        <p:nvPicPr>
          <p:cNvPr id="11" name="Image 3" descr="La misma célula con el borde difuminado por la compresión">    </p:cNvPr>
          <p:cNvPicPr>
            <a:picLocks noChangeAspect="1"/>
          </p:cNvPicPr>
          <p:nvPr/>
        </p:nvPicPr>
        <p:blipFill>
          <a:blip r:embed="rId4"/>
          <a:srcRect l="0" r="0" t="0" b="0"/>
          <a:stretch/>
        </p:blipFill>
        <p:spPr>
          <a:xfrm>
            <a:off x="6388100" y="1981101"/>
            <a:ext cx="2286000" cy="1206500"/>
          </a:xfrm>
          <a:prstGeom prst="rect">
            <a:avLst/>
          </a:prstGeom>
        </p:spPr>
      </p:pic>
      <p:sp>
        <p:nvSpPr>
          <p:cNvPr id="12" name="Text 6"/>
          <p:cNvSpPr/>
          <p:nvPr/>
        </p:nvSpPr>
        <p:spPr>
          <a:xfrm>
            <a:off x="6388100" y="3276501"/>
            <a:ext cx="4931537"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C2A3E"/>
                </a:solidFill>
                <a:latin typeface="IBM Plex Sans" pitchFamily="34" charset="0"/>
                <a:ea typeface="IBM Plex Sans" pitchFamily="34" charset="-122"/>
                <a:cs typeface="IBM Plex Sans" pitchFamily="34" charset="-120"/>
              </a:rPr>
              <a:t>JPG</a:t>
            </a:r>
            <a:endParaRPr lang="en-US" sz="1800" dirty="0"/>
          </a:p>
        </p:txBody>
      </p:sp>
      <p:sp>
        <p:nvSpPr>
          <p:cNvPr id="13" name="Text 7"/>
          <p:cNvSpPr/>
          <p:nvPr/>
        </p:nvSpPr>
        <p:spPr>
          <a:xfrm>
            <a:off x="6388100" y="3639641"/>
            <a:ext cx="4931537"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E5566"/>
                </a:solidFill>
                <a:latin typeface="IBM Plex Sans" pitchFamily="34" charset="0"/>
                <a:ea typeface="IBM Plex Sans" pitchFamily="34" charset="-122"/>
                <a:cs typeface="IBM Plex Sans" pitchFamily="34" charset="-120"/>
              </a:rPr>
              <a:t>Comprime la imagen. El borde se difumina, cambian el contorno y el área. El sitio lo acepta, pero lo avisa.</a:t>
            </a:r>
            <a:endParaRPr lang="en-US" sz="1400" dirty="0"/>
          </a:p>
        </p:txBody>
      </p:sp>
      <p:sp>
        <p:nvSpPr>
          <p:cNvPr id="14" name="Shape 8"/>
          <p:cNvSpPr/>
          <p:nvPr/>
        </p:nvSpPr>
        <p:spPr>
          <a:xfrm>
            <a:off x="812800" y="4569123"/>
            <a:ext cx="10566400" cy="635000"/>
          </a:xfrm>
          <a:prstGeom prst="roundRect">
            <a:avLst>
              <a:gd name="adj" fmla="val 20000"/>
            </a:avLst>
          </a:prstGeom>
          <a:solidFill>
            <a:srgbClr val="0B1F2E"/>
          </a:solidFill>
          <a:ln/>
        </p:spPr>
      </p:sp>
      <p:pic>
        <p:nvPicPr>
          <p:cNvPr id="15" name="Image 4" descr="Warning">    </p:cNvPr>
          <p:cNvPicPr>
            <a:picLocks noChangeAspect="1"/>
          </p:cNvPicPr>
          <p:nvPr/>
        </p:nvPicPr>
        <p:blipFill>
          <a:blip r:embed="rId5"/>
          <a:srcRect l="0" r="0" t="0" b="0"/>
          <a:stretch/>
        </p:blipFill>
        <p:spPr>
          <a:xfrm>
            <a:off x="1041400" y="4734223"/>
            <a:ext cx="304800" cy="304800"/>
          </a:xfrm>
          <a:prstGeom prst="rect">
            <a:avLst/>
          </a:prstGeom>
        </p:spPr>
      </p:pic>
      <p:sp>
        <p:nvSpPr>
          <p:cNvPr id="16" name="Text 9"/>
          <p:cNvSpPr/>
          <p:nvPr/>
        </p:nvSpPr>
        <p:spPr>
          <a:xfrm>
            <a:off x="1473200" y="4758035"/>
            <a:ext cx="9906000"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F1F6F8"/>
                </a:solidFill>
                <a:latin typeface="IBM Plex Sans" pitchFamily="34" charset="0"/>
                <a:ea typeface="IBM Plex Sans" pitchFamily="34" charset="-122"/>
                <a:cs typeface="IBM Plex Sans" pitchFamily="34" charset="-120"/>
              </a:rPr>
              <a:t>Usen los archivos originales del microscopio. Las aplicaciones de mensajería comprimen las imágenes sin avisar.</a:t>
            </a:r>
            <a:endParaRPr lang="en-US" sz="1500" dirty="0"/>
          </a:p>
        </p:txBody>
      </p:sp>
      <p:sp>
        <p:nvSpPr>
          <p:cNvPr id="17" name="Text 10"/>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7280"/>
                </a:solidFill>
                <a:latin typeface="IBM Plex Sans" pitchFamily="34" charset="0"/>
                <a:ea typeface="IBM Plex Sans" pitchFamily="34" charset="-122"/>
                <a:cs typeface="IBM Plex Sans" pitchFamily="34" charset="-120"/>
              </a:rPr>
              <a:t>BioImage-Repro UAM · Módulo 1 · Video 1 · Ilustración esquemática</a:t>
            </a:r>
            <a:endParaRPr lang="en-US" sz="1200" dirty="0"/>
          </a:p>
        </p:txBody>
      </p:sp>
      <p:sp>
        <p:nvSpPr>
          <p:cNvPr id="18" name="Text 11"/>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7280"/>
                </a:solidFill>
                <a:latin typeface="IBM Plex Sans" pitchFamily="34" charset="0"/>
                <a:ea typeface="IBM Plex Sans" pitchFamily="34" charset="-122"/>
                <a:cs typeface="IBM Plex Sans" pitchFamily="34" charset="-120"/>
              </a:rPr>
              <a:t>17 / 19</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4F8FA"/>
        </a:solidFill>
      </p:bgPr>
    </p:bg>
    <p:spTree>
      <p:nvGrpSpPr>
        <p:cNvPr id="1" name=""/>
        <p:cNvGrpSpPr/>
        <p:nvPr/>
      </p:nvGrpSpPr>
      <p:grpSpPr>
        <a:xfrm>
          <a:off x="0" y="0"/>
          <a:ext cx="0" cy="0"/>
          <a:chOff x="0" y="0"/>
          <a:chExt cx="0" cy="0"/>
        </a:xfrm>
      </p:grpSpPr>
      <p:pic>
        <p:nvPicPr>
          <p:cNvPr id="2" name="Image 0" descr="UAM Unidad Iztapalapa">    </p:cNvPr>
          <p:cNvPicPr>
            <a:picLocks noChangeAspect="1"/>
          </p:cNvPicPr>
          <p:nvPr/>
        </p:nvPicPr>
        <p:blipFill>
          <a:blip r:embed="rId1"/>
          <a:srcRect l="-363" r="-363" t="0" b="0"/>
          <a:stretch/>
        </p:blipFill>
        <p:spPr>
          <a:xfrm>
            <a:off x="10261600" y="228600"/>
            <a:ext cx="508000" cy="406400"/>
          </a:xfrm>
          <a:prstGeom prst="rect">
            <a:avLst/>
          </a:prstGeom>
        </p:spPr>
      </p:pic>
      <p:pic>
        <p:nvPicPr>
          <p:cNvPr id="3" name="Image 1" descr="Logotipo de BioImage-Repro UAM">    </p:cNvPr>
          <p:cNvPicPr>
            <a:picLocks noChangeAspect="1"/>
          </p:cNvPicPr>
          <p:nvPr/>
        </p:nvPicPr>
        <p:blipFill>
          <a:blip r:embed="rId2"/>
          <a:srcRect l="-351" r="-351" t="0" b="0"/>
          <a:stretch/>
        </p:blipFill>
        <p:spPr>
          <a:xfrm>
            <a:off x="10972800" y="228600"/>
            <a:ext cx="406400" cy="406400"/>
          </a:xfrm>
          <a:prstGeom prst="rect">
            <a:avLst/>
          </a:prstGeom>
        </p:spPr>
      </p:pic>
      <p:sp>
        <p:nvSpPr>
          <p:cNvPr id="4"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3480F"/>
                </a:solidFill>
                <a:latin typeface="IBM Plex Sans" pitchFamily="34" charset="0"/>
                <a:ea typeface="IBM Plex Sans" pitchFamily="34" charset="-122"/>
                <a:cs typeface="IBM Plex Sans" pitchFamily="34" charset="-120"/>
              </a:rPr>
              <a:t>QUÉ ES UNA IMAGEN DIGITAL</a:t>
            </a:r>
            <a:endParaRPr lang="en-US" sz="1200" dirty="0"/>
          </a:p>
        </p:txBody>
      </p:sp>
      <p:sp>
        <p:nvSpPr>
          <p:cNvPr id="5" name="Text 1"/>
          <p:cNvSpPr/>
          <p:nvPr>
            <p:ph type="title"/>
          </p:nvPr>
        </p:nvSpPr>
        <p:spPr>
          <a:xfrm>
            <a:off x="812800" y="11023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C2A3E"/>
                </a:solidFill>
                <a:latin typeface="EB Garamond" pitchFamily="18" charset="0"/>
                <a:ea typeface="EB Garamond" pitchFamily="18" charset="-122"/>
                <a:cs typeface="EB Garamond" pitchFamily="18" charset="-120"/>
              </a:rPr>
              <a:t>Aumentos y micras</a:t>
            </a:r>
            <a:endParaRPr lang="en-US" sz="3600" dirty="0"/>
          </a:p>
        </p:txBody>
      </p:sp>
      <p:sp>
        <p:nvSpPr>
          <p:cNvPr id="6" name="Shape 2"/>
          <p:cNvSpPr/>
          <p:nvPr/>
        </p:nvSpPr>
        <p:spPr>
          <a:xfrm>
            <a:off x="812800" y="1859161"/>
            <a:ext cx="3403600" cy="2275483"/>
          </a:xfrm>
          <a:prstGeom prst="roundRect">
            <a:avLst>
              <a:gd name="adj" fmla="val 5581"/>
            </a:avLst>
          </a:prstGeom>
          <a:solidFill>
            <a:srgbClr val="0B1F2E"/>
          </a:solidFill>
          <a:ln/>
        </p:spPr>
      </p:sp>
      <p:sp>
        <p:nvSpPr>
          <p:cNvPr id="7" name="Text 3"/>
          <p:cNvSpPr/>
          <p:nvPr/>
        </p:nvSpPr>
        <p:spPr>
          <a:xfrm>
            <a:off x="1028700" y="2075061"/>
            <a:ext cx="3060954"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4A259"/>
                </a:solidFill>
                <a:latin typeface="IBM Plex Sans" pitchFamily="34" charset="0"/>
                <a:ea typeface="IBM Plex Sans" pitchFamily="34" charset="-122"/>
                <a:cs typeface="IBM Plex Sans" pitchFamily="34" charset="-120"/>
              </a:rPr>
              <a:t>LA UNIDAD</a:t>
            </a:r>
            <a:endParaRPr lang="en-US" sz="1200" dirty="0"/>
          </a:p>
        </p:txBody>
      </p:sp>
      <p:sp>
        <p:nvSpPr>
          <p:cNvPr id="8" name="Text 4"/>
          <p:cNvSpPr/>
          <p:nvPr/>
        </p:nvSpPr>
        <p:spPr>
          <a:xfrm>
            <a:off x="1028700" y="2377281"/>
            <a:ext cx="3060954"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F1F6F8"/>
                </a:solidFill>
                <a:latin typeface="EB Garamond" pitchFamily="18" charset="0"/>
                <a:ea typeface="EB Garamond" pitchFamily="18" charset="-122"/>
                <a:cs typeface="EB Garamond" pitchFamily="18" charset="-120"/>
              </a:rPr>
              <a:t>1 µm</a:t>
            </a:r>
            <a:endParaRPr lang="en-US" sz="3600" dirty="0"/>
          </a:p>
        </p:txBody>
      </p:sp>
      <p:sp>
        <p:nvSpPr>
          <p:cNvPr id="9" name="Text 5"/>
          <p:cNvSpPr/>
          <p:nvPr/>
        </p:nvSpPr>
        <p:spPr>
          <a:xfrm>
            <a:off x="1028700" y="2923381"/>
            <a:ext cx="3060954" cy="1020763"/>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3D7E2"/>
                </a:solidFill>
                <a:latin typeface="IBM Plex Sans" pitchFamily="34" charset="0"/>
                <a:ea typeface="IBM Plex Sans" pitchFamily="34" charset="-122"/>
                <a:cs typeface="IBM Plex Sans" pitchFamily="34" charset="-120"/>
              </a:rPr>
              <a:t>Una micra es la milésima parte de un milímetro. Una cabeza de espermatozoide mide unas pocas micras.</a:t>
            </a:r>
            <a:endParaRPr lang="en-US" sz="1400" dirty="0"/>
          </a:p>
        </p:txBody>
      </p:sp>
      <p:sp>
        <p:nvSpPr>
          <p:cNvPr id="10" name="Shape 6"/>
          <p:cNvSpPr/>
          <p:nvPr/>
        </p:nvSpPr>
        <p:spPr>
          <a:xfrm>
            <a:off x="4400550" y="1865511"/>
            <a:ext cx="3390900" cy="2262783"/>
          </a:xfrm>
          <a:prstGeom prst="roundRect">
            <a:avLst>
              <a:gd name="adj" fmla="val 5332"/>
            </a:avLst>
          </a:prstGeom>
          <a:solidFill>
            <a:srgbClr val="FCFDFD"/>
          </a:solidFill>
          <a:ln w="12700">
            <a:solidFill>
              <a:srgbClr val="D5E3EA"/>
            </a:solidFill>
            <a:prstDash val="solid"/>
          </a:ln>
        </p:spPr>
      </p:sp>
      <p:sp>
        <p:nvSpPr>
          <p:cNvPr id="11" name="Text 7"/>
          <p:cNvSpPr/>
          <p:nvPr/>
        </p:nvSpPr>
        <p:spPr>
          <a:xfrm>
            <a:off x="4622800" y="2087761"/>
            <a:ext cx="30347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E6E9C"/>
                </a:solidFill>
                <a:latin typeface="IBM Plex Sans" pitchFamily="34" charset="0"/>
                <a:ea typeface="IBM Plex Sans" pitchFamily="34" charset="-122"/>
                <a:cs typeface="IBM Plex Sans" pitchFamily="34" charset="-120"/>
              </a:rPr>
              <a:t>EL AUMENTO</a:t>
            </a:r>
            <a:endParaRPr lang="en-US" sz="1200" dirty="0"/>
          </a:p>
        </p:txBody>
      </p:sp>
      <p:sp>
        <p:nvSpPr>
          <p:cNvPr id="12" name="Text 8"/>
          <p:cNvSpPr/>
          <p:nvPr/>
        </p:nvSpPr>
        <p:spPr>
          <a:xfrm>
            <a:off x="4622800" y="2389981"/>
            <a:ext cx="3034792"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0C2A3E"/>
                </a:solidFill>
                <a:latin typeface="EB Garamond" pitchFamily="18" charset="0"/>
                <a:ea typeface="EB Garamond" pitchFamily="18" charset="-122"/>
                <a:cs typeface="EB Garamond" pitchFamily="18" charset="-120"/>
              </a:rPr>
              <a:t>40X · 100X</a:t>
            </a:r>
            <a:endParaRPr lang="en-US" sz="3600" dirty="0"/>
          </a:p>
        </p:txBody>
      </p:sp>
      <p:sp>
        <p:nvSpPr>
          <p:cNvPr id="13" name="Text 9"/>
          <p:cNvSpPr/>
          <p:nvPr/>
        </p:nvSpPr>
        <p:spPr>
          <a:xfrm>
            <a:off x="4622800" y="2936081"/>
            <a:ext cx="3034792" cy="771922"/>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E5566"/>
                </a:solidFill>
                <a:latin typeface="IBM Plex Sans" pitchFamily="34" charset="0"/>
                <a:ea typeface="IBM Plex Sans" pitchFamily="34" charset="-122"/>
                <a:cs typeface="IBM Plex Sans" pitchFamily="34" charset="-120"/>
              </a:rPr>
              <a:t>Con otro aumento, el mismo píxel cubre un pedazo distinto de la muestra.</a:t>
            </a:r>
            <a:endParaRPr lang="en-US" sz="1400" dirty="0"/>
          </a:p>
        </p:txBody>
      </p:sp>
      <p:sp>
        <p:nvSpPr>
          <p:cNvPr id="14" name="Shape 10"/>
          <p:cNvSpPr/>
          <p:nvPr/>
        </p:nvSpPr>
        <p:spPr>
          <a:xfrm>
            <a:off x="7981950" y="1865511"/>
            <a:ext cx="3390900" cy="2262783"/>
          </a:xfrm>
          <a:prstGeom prst="roundRect">
            <a:avLst>
              <a:gd name="adj" fmla="val 5332"/>
            </a:avLst>
          </a:prstGeom>
          <a:solidFill>
            <a:srgbClr val="FCFDFD"/>
          </a:solidFill>
          <a:ln w="12700">
            <a:solidFill>
              <a:srgbClr val="D5E3EA"/>
            </a:solidFill>
            <a:prstDash val="solid"/>
          </a:ln>
        </p:spPr>
      </p:sp>
      <p:sp>
        <p:nvSpPr>
          <p:cNvPr id="15" name="Text 11"/>
          <p:cNvSpPr/>
          <p:nvPr/>
        </p:nvSpPr>
        <p:spPr>
          <a:xfrm>
            <a:off x="8204200" y="2087761"/>
            <a:ext cx="30347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E6E9C"/>
                </a:solidFill>
                <a:latin typeface="IBM Plex Sans" pitchFamily="34" charset="0"/>
                <a:ea typeface="IBM Plex Sans" pitchFamily="34" charset="-122"/>
                <a:cs typeface="IBM Plex Sans" pitchFamily="34" charset="-120"/>
              </a:rPr>
              <a:t>EL ARCHIVO</a:t>
            </a:r>
            <a:endParaRPr lang="en-US" sz="1200" dirty="0"/>
          </a:p>
        </p:txBody>
      </p:sp>
      <p:sp>
        <p:nvSpPr>
          <p:cNvPr id="16" name="Text 12"/>
          <p:cNvSpPr/>
          <p:nvPr/>
        </p:nvSpPr>
        <p:spPr>
          <a:xfrm>
            <a:off x="8204200" y="2389981"/>
            <a:ext cx="3034792"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0C2A3E"/>
                </a:solidFill>
                <a:latin typeface="EB Garamond" pitchFamily="18" charset="0"/>
                <a:ea typeface="EB Garamond" pitchFamily="18" charset="-122"/>
                <a:cs typeface="EB Garamond" pitchFamily="18" charset="-120"/>
              </a:rPr>
              <a:t>Sin dato</a:t>
            </a:r>
            <a:endParaRPr lang="en-US" sz="3600" dirty="0"/>
          </a:p>
        </p:txBody>
      </p:sp>
      <p:sp>
        <p:nvSpPr>
          <p:cNvPr id="17" name="Text 13"/>
          <p:cNvSpPr/>
          <p:nvPr/>
        </p:nvSpPr>
        <p:spPr>
          <a:xfrm>
            <a:off x="8204200" y="2936081"/>
            <a:ext cx="3034792"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E5566"/>
                </a:solidFill>
                <a:latin typeface="IBM Plex Sans" pitchFamily="34" charset="0"/>
                <a:ea typeface="IBM Plex Sans" pitchFamily="34" charset="-122"/>
                <a:cs typeface="IBM Plex Sans" pitchFamily="34" charset="-120"/>
              </a:rPr>
              <a:t>La imagen no guarda cuánto mide cada píxel. Solo sabe de píxeles.</a:t>
            </a:r>
            <a:endParaRPr lang="en-US" sz="1400" dirty="0"/>
          </a:p>
        </p:txBody>
      </p:sp>
      <p:sp>
        <p:nvSpPr>
          <p:cNvPr id="18" name="Shape 14"/>
          <p:cNvSpPr/>
          <p:nvPr/>
        </p:nvSpPr>
        <p:spPr>
          <a:xfrm>
            <a:off x="812800" y="4388644"/>
            <a:ext cx="10566400" cy="869950"/>
          </a:xfrm>
          <a:prstGeom prst="roundRect">
            <a:avLst>
              <a:gd name="adj" fmla="val 14599"/>
            </a:avLst>
          </a:prstGeom>
          <a:solidFill>
            <a:srgbClr val="E3EFF5"/>
          </a:solidFill>
          <a:ln/>
        </p:spPr>
      </p:sp>
      <p:pic>
        <p:nvPicPr>
          <p:cNvPr id="19" name="Image 2" descr="Warning">    </p:cNvPr>
          <p:cNvPicPr>
            <a:picLocks noChangeAspect="1"/>
          </p:cNvPicPr>
          <p:nvPr/>
        </p:nvPicPr>
        <p:blipFill>
          <a:blip r:embed="rId3"/>
          <a:srcRect l="-355" r="-355" t="0" b="0"/>
          <a:stretch/>
        </p:blipFill>
        <p:spPr>
          <a:xfrm>
            <a:off x="1041400" y="4671219"/>
            <a:ext cx="211038" cy="304800"/>
          </a:xfrm>
          <a:prstGeom prst="rect">
            <a:avLst/>
          </a:prstGeom>
        </p:spPr>
      </p:pic>
      <p:sp>
        <p:nvSpPr>
          <p:cNvPr id="20" name="Text 15"/>
          <p:cNvSpPr/>
          <p:nvPr/>
        </p:nvSpPr>
        <p:spPr>
          <a:xfrm>
            <a:off x="1379438" y="4566444"/>
            <a:ext cx="10064297"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0C2A3E"/>
                </a:solidFill>
                <a:latin typeface="IBM Plex Sans" pitchFamily="34" charset="0"/>
                <a:ea typeface="IBM Plex Sans" pitchFamily="34" charset="-122"/>
                <a:cs typeface="IBM Plex Sans" pitchFamily="34" charset="-120"/>
              </a:rPr>
              <a:t>Dos imágenes que miden lo mismo en píxeles pueden representar tamaños reales muy distintos. Compararlas sin más sería comparar cosas que no son comparables.</a:t>
            </a:r>
            <a:endParaRPr lang="en-US" sz="1500" dirty="0"/>
          </a:p>
        </p:txBody>
      </p:sp>
      <p:sp>
        <p:nvSpPr>
          <p:cNvPr id="21" name="Text 16"/>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7280"/>
                </a:solidFill>
                <a:latin typeface="IBM Plex Sans" pitchFamily="34" charset="0"/>
                <a:ea typeface="IBM Plex Sans" pitchFamily="34" charset="-122"/>
                <a:cs typeface="IBM Plex Sans" pitchFamily="34" charset="-120"/>
              </a:rPr>
              <a:t>BioImage-Repro UAM · Módulo 1 · Video 1</a:t>
            </a:r>
            <a:endParaRPr lang="en-US" sz="1200" dirty="0"/>
          </a:p>
        </p:txBody>
      </p:sp>
      <p:sp>
        <p:nvSpPr>
          <p:cNvPr id="22" name="Text 17"/>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7280"/>
                </a:solidFill>
                <a:latin typeface="IBM Plex Sans" pitchFamily="34" charset="0"/>
                <a:ea typeface="IBM Plex Sans" pitchFamily="34" charset="-122"/>
                <a:cs typeface="IBM Plex Sans" pitchFamily="34" charset="-120"/>
              </a:rPr>
              <a:t>18 / 19</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B1F2E"/>
        </a:solidFill>
      </p:bgPr>
    </p:bg>
    <p:spTree>
      <p:nvGrpSpPr>
        <p:cNvPr id="1" name=""/>
        <p:cNvGrpSpPr/>
        <p:nvPr/>
      </p:nvGrpSpPr>
      <p:grpSpPr>
        <a:xfrm>
          <a:off x="0" y="0"/>
          <a:ext cx="0" cy="0"/>
          <a:chOff x="0" y="0"/>
          <a:chExt cx="0" cy="0"/>
        </a:xfrm>
      </p:grpSpPr>
      <p:pic>
        <p:nvPicPr>
          <p:cNvPr id="2" name="Image 0" descr="UAM Unidad Iztapalapa">    </p:cNvPr>
          <p:cNvPicPr>
            <a:picLocks noChangeAspect="1"/>
          </p:cNvPicPr>
          <p:nvPr/>
        </p:nvPicPr>
        <p:blipFill>
          <a:blip r:embed="rId1"/>
          <a:srcRect l="-363" r="-363" t="0" b="0"/>
          <a:stretch/>
        </p:blipFill>
        <p:spPr>
          <a:xfrm>
            <a:off x="10261600" y="228600"/>
            <a:ext cx="508000" cy="406400"/>
          </a:xfrm>
          <a:prstGeom prst="rect">
            <a:avLst/>
          </a:prstGeom>
        </p:spPr>
      </p:pic>
      <p:pic>
        <p:nvPicPr>
          <p:cNvPr id="3" name="Image 1" descr="Logotipo de BioImage-Repro UAM">    </p:cNvPr>
          <p:cNvPicPr>
            <a:picLocks noChangeAspect="1"/>
          </p:cNvPicPr>
          <p:nvPr/>
        </p:nvPicPr>
        <p:blipFill>
          <a:blip r:embed="rId2"/>
          <a:srcRect l="-351" r="-351" t="0" b="0"/>
          <a:stretch/>
        </p:blipFill>
        <p:spPr>
          <a:xfrm>
            <a:off x="10972800" y="228600"/>
            <a:ext cx="406400" cy="406400"/>
          </a:xfrm>
          <a:prstGeom prst="rect">
            <a:avLst/>
          </a:prstGeom>
        </p:spPr>
      </p:pic>
      <p:sp>
        <p:nvSpPr>
          <p:cNvPr id="4"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4A259"/>
                </a:solidFill>
                <a:latin typeface="IBM Plex Sans" pitchFamily="34" charset="0"/>
                <a:ea typeface="IBM Plex Sans" pitchFamily="34" charset="-122"/>
                <a:cs typeface="IBM Plex Sans" pitchFamily="34" charset="-120"/>
              </a:rPr>
              <a:t>LA ESCALA</a:t>
            </a:r>
            <a:endParaRPr lang="en-US" sz="1200" dirty="0"/>
          </a:p>
        </p:txBody>
      </p:sp>
      <p:sp>
        <p:nvSpPr>
          <p:cNvPr id="5" name="Text 1"/>
          <p:cNvSpPr/>
          <p:nvPr>
            <p:ph type="title"/>
          </p:nvPr>
        </p:nvSpPr>
        <p:spPr>
          <a:xfrm>
            <a:off x="812800" y="11023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F1F6F8"/>
                </a:solidFill>
                <a:latin typeface="EB Garamond" pitchFamily="18" charset="0"/>
                <a:ea typeface="EB Garamond" pitchFamily="18" charset="-122"/>
                <a:cs typeface="EB Garamond" pitchFamily="18" charset="-120"/>
              </a:rPr>
              <a:t>La imagen no sabe cuánto mide un píxel</a:t>
            </a:r>
            <a:endParaRPr lang="en-US" sz="3200" dirty="0"/>
          </a:p>
        </p:txBody>
      </p:sp>
      <p:sp>
        <p:nvSpPr>
          <p:cNvPr id="6" name="Shape 2"/>
          <p:cNvSpPr/>
          <p:nvPr/>
        </p:nvSpPr>
        <p:spPr>
          <a:xfrm>
            <a:off x="819150" y="1784251"/>
            <a:ext cx="5854700" cy="1640681"/>
          </a:xfrm>
          <a:prstGeom prst="roundRect">
            <a:avLst>
              <a:gd name="adj" fmla="val 7354"/>
            </a:avLst>
          </a:prstGeom>
          <a:solidFill>
            <a:srgbClr val="12304A"/>
          </a:solidFill>
          <a:ln w="12700">
            <a:solidFill>
              <a:srgbClr val="24506E"/>
            </a:solidFill>
            <a:prstDash val="solid"/>
          </a:ln>
        </p:spPr>
      </p:sp>
      <p:sp>
        <p:nvSpPr>
          <p:cNvPr id="7" name="Text 3"/>
          <p:cNvSpPr/>
          <p:nvPr/>
        </p:nvSpPr>
        <p:spPr>
          <a:xfrm>
            <a:off x="1041400" y="2006501"/>
            <a:ext cx="5572506"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F4A259"/>
                </a:solidFill>
                <a:latin typeface="EB Garamond" pitchFamily="18" charset="0"/>
                <a:ea typeface="EB Garamond" pitchFamily="18" charset="-122"/>
                <a:cs typeface="EB Garamond" pitchFamily="18" charset="-120"/>
              </a:rPr>
              <a:t>60 px = 1 µm</a:t>
            </a:r>
            <a:endParaRPr lang="en-US" sz="4800" dirty="0"/>
          </a:p>
        </p:txBody>
      </p:sp>
      <p:sp>
        <p:nvSpPr>
          <p:cNvPr id="8" name="Text 4"/>
          <p:cNvSpPr/>
          <p:nvPr/>
        </p:nvSpPr>
        <p:spPr>
          <a:xfrm>
            <a:off x="1041400" y="2705001"/>
            <a:ext cx="5572506"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3D7E2"/>
                </a:solidFill>
                <a:latin typeface="IBM Plex Sans" pitchFamily="34" charset="0"/>
                <a:ea typeface="IBM Plex Sans" pitchFamily="34" charset="-122"/>
                <a:cs typeface="IBM Plex Sans" pitchFamily="34" charset="-120"/>
              </a:rPr>
              <a:t>La misma escala para todas las imágenes, para estandarizar su tamaño y poder compararlas. Cada resultado dice cuál se usó.</a:t>
            </a:r>
            <a:endParaRPr lang="en-US" sz="1400" dirty="0"/>
          </a:p>
        </p:txBody>
      </p:sp>
      <p:sp>
        <p:nvSpPr>
          <p:cNvPr id="9" name="Shape 5"/>
          <p:cNvSpPr/>
          <p:nvPr/>
        </p:nvSpPr>
        <p:spPr>
          <a:xfrm>
            <a:off x="6940550" y="1784251"/>
            <a:ext cx="4432300" cy="1640681"/>
          </a:xfrm>
          <a:prstGeom prst="roundRect">
            <a:avLst>
              <a:gd name="adj" fmla="val 7354"/>
            </a:avLst>
          </a:prstGeom>
          <a:solidFill>
            <a:srgbClr val="12304A"/>
          </a:solidFill>
          <a:ln w="12700">
            <a:solidFill>
              <a:srgbClr val="24506E"/>
            </a:solidFill>
            <a:prstDash val="solid"/>
          </a:ln>
        </p:spPr>
      </p:sp>
      <p:sp>
        <p:nvSpPr>
          <p:cNvPr id="10" name="Text 6"/>
          <p:cNvSpPr/>
          <p:nvPr/>
        </p:nvSpPr>
        <p:spPr>
          <a:xfrm>
            <a:off x="7162800" y="2006501"/>
            <a:ext cx="4107434"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6CCFF6"/>
                </a:solidFill>
                <a:latin typeface="IBM Plex Sans" pitchFamily="34" charset="0"/>
                <a:ea typeface="IBM Plex Sans" pitchFamily="34" charset="-122"/>
                <a:cs typeface="IBM Plex Sans" pitchFamily="34" charset="-120"/>
              </a:rPr>
              <a:t>LA REGLA DE LA IMAGEN MARCADA</a:t>
            </a:r>
            <a:endParaRPr lang="en-US" sz="1200" dirty="0"/>
          </a:p>
        </p:txBody>
      </p:sp>
      <p:pic>
        <p:nvPicPr>
          <p:cNvPr id="11" name="Image 2" descr="Una regla de 300 píxeles que equivale a 5 micras">    </p:cNvPr>
          <p:cNvPicPr>
            <a:picLocks noChangeAspect="1"/>
          </p:cNvPicPr>
          <p:nvPr/>
        </p:nvPicPr>
        <p:blipFill>
          <a:blip r:embed="rId3"/>
          <a:srcRect l="0" r="0" t="0" b="0"/>
          <a:stretch/>
        </p:blipFill>
        <p:spPr>
          <a:xfrm>
            <a:off x="7162800" y="2308721"/>
            <a:ext cx="4013200" cy="381000"/>
          </a:xfrm>
          <a:prstGeom prst="rect">
            <a:avLst/>
          </a:prstGeom>
        </p:spPr>
      </p:pic>
      <p:sp>
        <p:nvSpPr>
          <p:cNvPr id="12" name="Text 7"/>
          <p:cNvSpPr/>
          <p:nvPr/>
        </p:nvSpPr>
        <p:spPr>
          <a:xfrm>
            <a:off x="7162800" y="2778621"/>
            <a:ext cx="4107434"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1F6F8"/>
                </a:solidFill>
                <a:latin typeface="IBM Plex Sans" pitchFamily="34" charset="0"/>
                <a:ea typeface="IBM Plex Sans" pitchFamily="34" charset="-122"/>
                <a:cs typeface="IBM Plex Sans" pitchFamily="34" charset="-120"/>
              </a:rPr>
              <a:t>300 px = 5 µm</a:t>
            </a:r>
            <a:endParaRPr lang="en-US" sz="1600" dirty="0"/>
          </a:p>
        </p:txBody>
      </p:sp>
      <p:sp>
        <p:nvSpPr>
          <p:cNvPr id="13" name="Shape 8"/>
          <p:cNvSpPr/>
          <p:nvPr/>
        </p:nvSpPr>
        <p:spPr>
          <a:xfrm>
            <a:off x="819150" y="3666232"/>
            <a:ext cx="3407767" cy="864195"/>
          </a:xfrm>
          <a:prstGeom prst="roundRect">
            <a:avLst>
              <a:gd name="adj" fmla="val 13961"/>
            </a:avLst>
          </a:prstGeom>
          <a:solidFill>
            <a:srgbClr val="12304A"/>
          </a:solidFill>
          <a:ln w="12700">
            <a:solidFill>
              <a:srgbClr val="24506E"/>
            </a:solidFill>
            <a:prstDash val="solid"/>
          </a:ln>
        </p:spPr>
      </p:sp>
      <p:sp>
        <p:nvSpPr>
          <p:cNvPr id="14" name="Text 9"/>
          <p:cNvSpPr/>
          <p:nvPr/>
        </p:nvSpPr>
        <p:spPr>
          <a:xfrm>
            <a:off x="990600" y="3837682"/>
            <a:ext cx="3156813"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6CCFF6"/>
                </a:solidFill>
                <a:latin typeface="IBM Plex Sans" pitchFamily="34" charset="0"/>
                <a:ea typeface="IBM Plex Sans" pitchFamily="34" charset="-122"/>
                <a:cs typeface="IBM Plex Sans" pitchFamily="34" charset="-120"/>
              </a:rPr>
              <a:t>1 ΜM²</a:t>
            </a:r>
            <a:endParaRPr lang="en-US" sz="1200" dirty="0"/>
          </a:p>
        </p:txBody>
      </p:sp>
      <p:sp>
        <p:nvSpPr>
          <p:cNvPr id="15" name="Text 10"/>
          <p:cNvSpPr/>
          <p:nvPr/>
        </p:nvSpPr>
        <p:spPr>
          <a:xfrm>
            <a:off x="990600" y="4101802"/>
            <a:ext cx="3156813"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F1F6F8"/>
                </a:solidFill>
                <a:latin typeface="IBM Plex Sans" pitchFamily="34" charset="0"/>
                <a:ea typeface="IBM Plex Sans" pitchFamily="34" charset="-122"/>
                <a:cs typeface="IBM Plex Sans" pitchFamily="34" charset="-120"/>
              </a:rPr>
              <a:t>60 × 60 = 3,600 píxeles</a:t>
            </a:r>
            <a:endParaRPr lang="en-US" sz="1500" dirty="0"/>
          </a:p>
        </p:txBody>
      </p:sp>
      <p:sp>
        <p:nvSpPr>
          <p:cNvPr id="16" name="Shape 11"/>
          <p:cNvSpPr/>
          <p:nvPr/>
        </p:nvSpPr>
        <p:spPr>
          <a:xfrm>
            <a:off x="4392017" y="3666232"/>
            <a:ext cx="3407866" cy="864195"/>
          </a:xfrm>
          <a:prstGeom prst="roundRect">
            <a:avLst>
              <a:gd name="adj" fmla="val 13961"/>
            </a:avLst>
          </a:prstGeom>
          <a:solidFill>
            <a:srgbClr val="12304A"/>
          </a:solidFill>
          <a:ln w="12700">
            <a:solidFill>
              <a:srgbClr val="24506E"/>
            </a:solidFill>
            <a:prstDash val="solid"/>
          </a:ln>
        </p:spPr>
      </p:sp>
      <p:sp>
        <p:nvSpPr>
          <p:cNvPr id="17" name="Text 12"/>
          <p:cNvSpPr/>
          <p:nvPr/>
        </p:nvSpPr>
        <p:spPr>
          <a:xfrm>
            <a:off x="4563467" y="3837682"/>
            <a:ext cx="3156915"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6CCFF6"/>
                </a:solidFill>
                <a:latin typeface="IBM Plex Sans" pitchFamily="34" charset="0"/>
                <a:ea typeface="IBM Plex Sans" pitchFamily="34" charset="-122"/>
                <a:cs typeface="IBM Plex Sans" pitchFamily="34" charset="-120"/>
              </a:rPr>
              <a:t>7,200 PÍXELES</a:t>
            </a:r>
            <a:endParaRPr lang="en-US" sz="1200" dirty="0"/>
          </a:p>
        </p:txBody>
      </p:sp>
      <p:sp>
        <p:nvSpPr>
          <p:cNvPr id="18" name="Text 13"/>
          <p:cNvSpPr/>
          <p:nvPr/>
        </p:nvSpPr>
        <p:spPr>
          <a:xfrm>
            <a:off x="4563467" y="4101802"/>
            <a:ext cx="3156915"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F1F6F8"/>
                </a:solidFill>
                <a:latin typeface="IBM Plex Sans" pitchFamily="34" charset="0"/>
                <a:ea typeface="IBM Plex Sans" pitchFamily="34" charset="-122"/>
                <a:cs typeface="IBM Plex Sans" pitchFamily="34" charset="-120"/>
              </a:rPr>
              <a:t>Un área de 2 µm²</a:t>
            </a:r>
            <a:endParaRPr lang="en-US" sz="1500" dirty="0"/>
          </a:p>
        </p:txBody>
      </p:sp>
      <p:sp>
        <p:nvSpPr>
          <p:cNvPr id="19" name="Shape 14"/>
          <p:cNvSpPr/>
          <p:nvPr/>
        </p:nvSpPr>
        <p:spPr>
          <a:xfrm>
            <a:off x="7964984" y="3666232"/>
            <a:ext cx="3407866" cy="864195"/>
          </a:xfrm>
          <a:prstGeom prst="roundRect">
            <a:avLst>
              <a:gd name="adj" fmla="val 13961"/>
            </a:avLst>
          </a:prstGeom>
          <a:solidFill>
            <a:srgbClr val="12304A"/>
          </a:solidFill>
          <a:ln w="12700">
            <a:solidFill>
              <a:srgbClr val="24506E"/>
            </a:solidFill>
            <a:prstDash val="solid"/>
          </a:ln>
        </p:spPr>
      </p:sp>
      <p:sp>
        <p:nvSpPr>
          <p:cNvPr id="20" name="Text 15"/>
          <p:cNvSpPr/>
          <p:nvPr/>
        </p:nvSpPr>
        <p:spPr>
          <a:xfrm>
            <a:off x="8136434" y="3837682"/>
            <a:ext cx="3156915"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6CCFF6"/>
                </a:solidFill>
                <a:latin typeface="IBM Plex Sans" pitchFamily="34" charset="0"/>
                <a:ea typeface="IBM Plex Sans" pitchFamily="34" charset="-122"/>
                <a:cs typeface="IBM Plex Sans" pitchFamily="34" charset="-120"/>
              </a:rPr>
              <a:t>1,800 PÍXELES</a:t>
            </a:r>
            <a:endParaRPr lang="en-US" sz="1200" dirty="0"/>
          </a:p>
        </p:txBody>
      </p:sp>
      <p:sp>
        <p:nvSpPr>
          <p:cNvPr id="21" name="Text 16"/>
          <p:cNvSpPr/>
          <p:nvPr/>
        </p:nvSpPr>
        <p:spPr>
          <a:xfrm>
            <a:off x="8136434" y="4101802"/>
            <a:ext cx="3156915"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F1F6F8"/>
                </a:solidFill>
                <a:latin typeface="IBM Plex Sans" pitchFamily="34" charset="0"/>
                <a:ea typeface="IBM Plex Sans" pitchFamily="34" charset="-122"/>
                <a:cs typeface="IBM Plex Sans" pitchFamily="34" charset="-120"/>
              </a:rPr>
              <a:t>Un área de 0.5 µm²</a:t>
            </a:r>
            <a:endParaRPr lang="en-US" sz="1500" dirty="0"/>
          </a:p>
        </p:txBody>
      </p:sp>
      <p:sp>
        <p:nvSpPr>
          <p:cNvPr id="22" name="Text 17"/>
          <p:cNvSpPr/>
          <p:nvPr/>
        </p:nvSpPr>
        <p:spPr>
          <a:xfrm>
            <a:off x="812800" y="4765377"/>
            <a:ext cx="9810750"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3D7E2"/>
                </a:solidFill>
                <a:latin typeface="IBM Plex Sans" pitchFamily="34" charset="0"/>
                <a:ea typeface="IBM Plex Sans" pitchFamily="34" charset="-122"/>
                <a:cs typeface="IBM Plex Sans" pitchFamily="34" charset="-120"/>
              </a:rPr>
              <a:t>Sin declarar la escala, los números parecerían precisos y no lo serían. Cómo se define esta escala se ve en el tercer módulo.</a:t>
            </a:r>
            <a:endParaRPr lang="en-US" sz="1300" dirty="0"/>
          </a:p>
        </p:txBody>
      </p:sp>
      <p:sp>
        <p:nvSpPr>
          <p:cNvPr id="23" name="Text 18"/>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9B8"/>
                </a:solidFill>
                <a:latin typeface="IBM Plex Sans" pitchFamily="34" charset="0"/>
                <a:ea typeface="IBM Plex Sans" pitchFamily="34" charset="-122"/>
                <a:cs typeface="IBM Plex Sans" pitchFamily="34" charset="-120"/>
              </a:rPr>
              <a:t>BioImage-Repro UAM · Módulo 1 · Video 1</a:t>
            </a:r>
            <a:endParaRPr lang="en-US" sz="1200" dirty="0"/>
          </a:p>
        </p:txBody>
      </p:sp>
      <p:sp>
        <p:nvSpPr>
          <p:cNvPr id="24" name="Text 19"/>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FA9B8"/>
                </a:solidFill>
                <a:latin typeface="IBM Plex Sans" pitchFamily="34" charset="0"/>
                <a:ea typeface="IBM Plex Sans" pitchFamily="34" charset="-122"/>
                <a:cs typeface="IBM Plex Sans" pitchFamily="34" charset="-120"/>
              </a:rPr>
              <a:t>19 / 19</a:t>
            </a:r>
            <a:endParaRPr lang="en-US" sz="1200" dirty="0"/>
          </a:p>
        </p:txBody>
      </p:sp>
    </p:spTree>
  </p:cSld>
  <p:clrMapOvr>
    <a:masterClrMapping/>
  </p:clrMapOvr>
</p:sld>
</file>

<file path=ppt/theme/theme1.xml><?xml version="1.0" encoding="utf-8"?>
<a:theme xmlns:a="http://schemas.openxmlformats.org/drawingml/2006/main" name="Image Bio Pro · Módulo 1 · Video 1: El problema y la imagen digital">
  <a:themeElements>
    <a:clrScheme name="Image Bio Pro · Módulo 1 · Video 1: El problema y la imagen digital">
      <a:dk1>
        <a:srgbClr val="0C2A3E"/>
      </a:dk1>
      <a:lt1>
        <a:srgbClr val="F4F8FA"/>
      </a:lt1>
      <a:dk2>
        <a:srgbClr val="465E6D"/>
      </a:dk2>
      <a:lt2>
        <a:srgbClr val="DDE3E7"/>
      </a:lt2>
      <a:accent1>
        <a:srgbClr val="8FA9B8"/>
      </a:accent1>
      <a:accent2>
        <a:srgbClr val="3E5566"/>
      </a:accent2>
      <a:accent3>
        <a:srgbClr val="A3480F"/>
      </a:accent3>
      <a:accent4>
        <a:srgbClr val="F4A259"/>
      </a:accent4>
      <a:accent5>
        <a:srgbClr val="0E6E9C"/>
      </a:accent5>
      <a:accent6>
        <a:srgbClr val="6CCFF6"/>
      </a:accent6>
      <a:hlink>
        <a:srgbClr val="0563C1"/>
      </a:hlink>
      <a:folHlink>
        <a:srgbClr val="954F72"/>
      </a:folHlink>
    </a:clrScheme>
    <a:fontScheme name="Image Bio Pro · Módulo 1 · Video 1: El problema y la imagen digital">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Image Bio Pro · Módulo 1 · Video 1: El problema y la imagen digital</dc:title>
  <dc:subject/>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EB Garamond
Copyright 2017 The EB Garamond Project Authors (https://github.com/octaviopardo/EBGaramond12)
This Font Software is licensed under the SIL Open Font License, Version 1.1.
This license is copied below, and is also available with a FAQ at:
http://scripts.sil.org/OFL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dc:creator/>
  <cp:lastModifiedBy/>
  <cp:revision>1</cp:revision>
  <dcterms:created xsi:type="dcterms:W3CDTF">2026-10-25T20:02:04Z</dcterms:created>
  <dcterms:modified xsi:type="dcterms:W3CDTF">2026-10-25T20:02:04Z</dcterms:modified>
</cp:coreProperties>
</file>