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Retropix" charset="1" panose="00000000000000000000"/>
      <p:regular r:id="rId20"/>
    </p:embeddedFont>
    <p:embeddedFont>
      <p:font typeface="ITC Avant Garde Gothic" charset="1" panose="020B0502020202020204"/>
      <p:regular r:id="rId21"/>
    </p:embeddedFont>
    <p:embeddedFont>
      <p:font typeface="Helvetica World Bold" charset="1" panose="020B0800040000020004"/>
      <p:regular r:id="rId22"/>
    </p:embeddedFont>
    <p:embeddedFont>
      <p:font typeface="ITC Avant Garde Gothic Bold" charset="1" panose="020B0802020202020204"/>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jpeg" Type="http://schemas.openxmlformats.org/officeDocument/2006/relationships/image"/><Relationship Id="rId3" Target="../media/image28.jpe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29.jpeg" Type="http://schemas.openxmlformats.org/officeDocument/2006/relationships/image"/><Relationship Id="rId7" Target="../media/image30.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39.png" Type="http://schemas.openxmlformats.org/officeDocument/2006/relationships/image"/><Relationship Id="rId15" Target="../media/image40.svg" Type="http://schemas.openxmlformats.org/officeDocument/2006/relationships/image"/><Relationship Id="rId16" Target="../media/image3.png" Type="http://schemas.openxmlformats.org/officeDocument/2006/relationships/image"/><Relationship Id="rId17" Target="../media/image4.svg" Type="http://schemas.openxmlformats.org/officeDocument/2006/relationships/image"/><Relationship Id="rId18" Target="../media/image21.png" Type="http://schemas.openxmlformats.org/officeDocument/2006/relationships/image"/><Relationship Id="rId19" Target="../media/image22.svg" Type="http://schemas.openxmlformats.org/officeDocument/2006/relationships/image"/><Relationship Id="rId2" Target="../media/image31.png" Type="http://schemas.openxmlformats.org/officeDocument/2006/relationships/image"/><Relationship Id="rId20" Target="../media/image41.png" Type="http://schemas.openxmlformats.org/officeDocument/2006/relationships/image"/><Relationship Id="rId21" Target="../media/image42.svg" Type="http://schemas.openxmlformats.org/officeDocument/2006/relationships/image"/><Relationship Id="rId22" Target="../media/image43.png" Type="http://schemas.openxmlformats.org/officeDocument/2006/relationships/image"/><Relationship Id="rId23" Target="../media/image44.svg" Type="http://schemas.openxmlformats.org/officeDocument/2006/relationships/image"/><Relationship Id="rId24" Target="../media/image45.png" Type="http://schemas.openxmlformats.org/officeDocument/2006/relationships/image"/><Relationship Id="rId25" Target="../media/image46.svg" Type="http://schemas.openxmlformats.org/officeDocument/2006/relationships/image"/><Relationship Id="rId26" Target="../media/image47.png" Type="http://schemas.openxmlformats.org/officeDocument/2006/relationships/image"/><Relationship Id="rId27" Target="../media/image48.svg" Type="http://schemas.openxmlformats.org/officeDocument/2006/relationships/image"/><Relationship Id="rId28" Target="../media/image49.png" Type="http://schemas.openxmlformats.org/officeDocument/2006/relationships/image"/><Relationship Id="rId29" Target="../media/image50.svg" Type="http://schemas.openxmlformats.org/officeDocument/2006/relationships/image"/><Relationship Id="rId3" Target="../media/image32.svg" Type="http://schemas.openxmlformats.org/officeDocument/2006/relationships/image"/><Relationship Id="rId30" Target="../media/image13.png" Type="http://schemas.openxmlformats.org/officeDocument/2006/relationships/image"/><Relationship Id="rId31" Target="../media/image14.svg" Type="http://schemas.openxmlformats.org/officeDocument/2006/relationships/image"/><Relationship Id="rId32" Target="../media/image19.png" Type="http://schemas.openxmlformats.org/officeDocument/2006/relationships/image"/><Relationship Id="rId33" Target="../media/image20.svg" Type="http://schemas.openxmlformats.org/officeDocument/2006/relationships/image"/><Relationship Id="rId34" Target="../media/image25.png" Type="http://schemas.openxmlformats.org/officeDocument/2006/relationships/image"/><Relationship Id="rId35" Target="../media/image26.svg" Type="http://schemas.openxmlformats.org/officeDocument/2006/relationships/image"/><Relationship Id="rId36" Target="../media/image51.png" Type="http://schemas.openxmlformats.org/officeDocument/2006/relationships/image"/><Relationship Id="rId37" Target="../media/image52.svg" Type="http://schemas.openxmlformats.org/officeDocument/2006/relationships/image"/><Relationship Id="rId38" Target="../media/image15.png" Type="http://schemas.openxmlformats.org/officeDocument/2006/relationships/image"/><Relationship Id="rId39" Target="../media/image16.svg" Type="http://schemas.openxmlformats.org/officeDocument/2006/relationships/image"/><Relationship Id="rId4" Target="../media/image33.png" Type="http://schemas.openxmlformats.org/officeDocument/2006/relationships/image"/><Relationship Id="rId40" Target="../media/image53.png" Type="http://schemas.openxmlformats.org/officeDocument/2006/relationships/image"/><Relationship Id="rId41" Target="../media/image54.svg" Type="http://schemas.openxmlformats.org/officeDocument/2006/relationships/image"/><Relationship Id="rId42" Target="../media/image55.png" Type="http://schemas.openxmlformats.org/officeDocument/2006/relationships/image"/><Relationship Id="rId43" Target="../media/image56.svg" Type="http://schemas.openxmlformats.org/officeDocument/2006/relationships/image"/><Relationship Id="rId44" Target="../media/image7.png" Type="http://schemas.openxmlformats.org/officeDocument/2006/relationships/image"/><Relationship Id="rId45" Target="../media/image8.svg" Type="http://schemas.openxmlformats.org/officeDocument/2006/relationships/image"/><Relationship Id="rId46" Target="../media/image57.png" Type="http://schemas.openxmlformats.org/officeDocument/2006/relationships/image"/><Relationship Id="rId47" Target="../media/image58.svg" Type="http://schemas.openxmlformats.org/officeDocument/2006/relationships/image"/><Relationship Id="rId48" Target="../media/image59.png" Type="http://schemas.openxmlformats.org/officeDocument/2006/relationships/image"/><Relationship Id="rId49" Target="../media/image60.svg" Type="http://schemas.openxmlformats.org/officeDocument/2006/relationships/image"/><Relationship Id="rId5" Target="../media/image34.svg" Type="http://schemas.openxmlformats.org/officeDocument/2006/relationships/image"/><Relationship Id="rId50" Target="../media/image61.png" Type="http://schemas.openxmlformats.org/officeDocument/2006/relationships/image"/><Relationship Id="rId51" Target="../media/image62.svg" Type="http://schemas.openxmlformats.org/officeDocument/2006/relationships/image"/><Relationship Id="rId52" Target="../media/image63.png" Type="http://schemas.openxmlformats.org/officeDocument/2006/relationships/image"/><Relationship Id="rId53" Target="../media/image64.svg" Type="http://schemas.openxmlformats.org/officeDocument/2006/relationships/image"/><Relationship Id="rId54" Target="../media/image65.png" Type="http://schemas.openxmlformats.org/officeDocument/2006/relationships/image"/><Relationship Id="rId55" Target="../media/image66.svg" Type="http://schemas.openxmlformats.org/officeDocument/2006/relationships/image"/><Relationship Id="rId6" Target="../media/image35.png" Type="http://schemas.openxmlformats.org/officeDocument/2006/relationships/image"/><Relationship Id="rId7" Target="../media/image36.svg" Type="http://schemas.openxmlformats.org/officeDocument/2006/relationships/image"/><Relationship Id="rId8" Target="../media/image37.png" Type="http://schemas.openxmlformats.org/officeDocument/2006/relationships/image"/><Relationship Id="rId9" Target="../media/image3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7081E"/>
        </a:solidFill>
      </p:bgPr>
    </p:bg>
    <p:spTree>
      <p:nvGrpSpPr>
        <p:cNvPr id="1" name=""/>
        <p:cNvGrpSpPr/>
        <p:nvPr/>
      </p:nvGrpSpPr>
      <p:grpSpPr>
        <a:xfrm>
          <a:off x="0" y="0"/>
          <a:ext cx="0" cy="0"/>
          <a:chOff x="0" y="0"/>
          <a:chExt cx="0" cy="0"/>
        </a:xfrm>
      </p:grpSpPr>
      <p:sp>
        <p:nvSpPr>
          <p:cNvPr name="Freeform 2" id="2"/>
          <p:cNvSpPr/>
          <p:nvPr/>
        </p:nvSpPr>
        <p:spPr>
          <a:xfrm flipH="false" flipV="false" rot="6304480">
            <a:off x="-4237035" y="-775669"/>
            <a:ext cx="12211163" cy="13077551"/>
          </a:xfrm>
          <a:custGeom>
            <a:avLst/>
            <a:gdLst/>
            <a:ahLst/>
            <a:cxnLst/>
            <a:rect r="r" b="b" t="t" l="l"/>
            <a:pathLst>
              <a:path h="13077551" w="12211163">
                <a:moveTo>
                  <a:pt x="0" y="0"/>
                </a:moveTo>
                <a:lnTo>
                  <a:pt x="12211163" y="0"/>
                </a:lnTo>
                <a:lnTo>
                  <a:pt x="12211163" y="13077551"/>
                </a:lnTo>
                <a:lnTo>
                  <a:pt x="0" y="130775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7711746">
            <a:off x="13302932" y="-3998053"/>
            <a:ext cx="8346977" cy="8939198"/>
          </a:xfrm>
          <a:custGeom>
            <a:avLst/>
            <a:gdLst/>
            <a:ahLst/>
            <a:cxnLst/>
            <a:rect r="r" b="b" t="t" l="l"/>
            <a:pathLst>
              <a:path h="8939198" w="8346977">
                <a:moveTo>
                  <a:pt x="0" y="0"/>
                </a:moveTo>
                <a:lnTo>
                  <a:pt x="8346977" y="0"/>
                </a:lnTo>
                <a:lnTo>
                  <a:pt x="8346977" y="8939198"/>
                </a:lnTo>
                <a:lnTo>
                  <a:pt x="0" y="89391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1028700" y="1143076"/>
            <a:ext cx="7293193" cy="7428252"/>
          </a:xfrm>
          <a:custGeom>
            <a:avLst/>
            <a:gdLst/>
            <a:ahLst/>
            <a:cxnLst/>
            <a:rect r="r" b="b" t="t" l="l"/>
            <a:pathLst>
              <a:path h="7428252" w="7293193">
                <a:moveTo>
                  <a:pt x="0" y="0"/>
                </a:moveTo>
                <a:lnTo>
                  <a:pt x="7293193" y="0"/>
                </a:lnTo>
                <a:lnTo>
                  <a:pt x="7293193" y="7428253"/>
                </a:lnTo>
                <a:lnTo>
                  <a:pt x="0" y="742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9663981" y="2492259"/>
            <a:ext cx="7595319" cy="3676650"/>
          </a:xfrm>
          <a:prstGeom prst="rect">
            <a:avLst/>
          </a:prstGeom>
        </p:spPr>
        <p:txBody>
          <a:bodyPr anchor="t" rtlCol="false" tIns="0" lIns="0" bIns="0" rIns="0">
            <a:spAutoFit/>
          </a:bodyPr>
          <a:lstStyle/>
          <a:p>
            <a:pPr algn="l">
              <a:lnSpc>
                <a:spcPts val="9000"/>
              </a:lnSpc>
            </a:pPr>
            <a:r>
              <a:rPr lang="en-US" sz="9000" spc="351">
                <a:solidFill>
                  <a:srgbClr val="FF983D"/>
                </a:solidFill>
                <a:latin typeface="Retropix"/>
                <a:ea typeface="Retropix"/>
                <a:cs typeface="Retropix"/>
                <a:sym typeface="Retropix"/>
              </a:rPr>
              <a:t>INTELIGENCIA ARTIFICIAL Y TECNOLOGÍA</a:t>
            </a:r>
          </a:p>
        </p:txBody>
      </p:sp>
      <p:sp>
        <p:nvSpPr>
          <p:cNvPr name="TextBox 6" id="6"/>
          <p:cNvSpPr txBox="true"/>
          <p:nvPr/>
        </p:nvSpPr>
        <p:spPr>
          <a:xfrm rot="0">
            <a:off x="9663981" y="6281663"/>
            <a:ext cx="7595319" cy="1494028"/>
          </a:xfrm>
          <a:prstGeom prst="rect">
            <a:avLst/>
          </a:prstGeom>
        </p:spPr>
        <p:txBody>
          <a:bodyPr anchor="t" rtlCol="false" tIns="0" lIns="0" bIns="0" rIns="0">
            <a:spAutoFit/>
          </a:bodyPr>
          <a:lstStyle/>
          <a:p>
            <a:pPr algn="l">
              <a:lnSpc>
                <a:spcPts val="3776"/>
              </a:lnSpc>
            </a:pPr>
            <a:r>
              <a:rPr lang="en-US" sz="3200" spc="124">
                <a:solidFill>
                  <a:srgbClr val="C7C2EF"/>
                </a:solidFill>
                <a:latin typeface="ITC Avant Garde Gothic"/>
                <a:ea typeface="ITC Avant Garde Gothic"/>
                <a:cs typeface="ITC Avant Garde Gothic"/>
                <a:sym typeface="ITC Avant Garde Gothic"/>
              </a:rPr>
              <a:t>Propuestas e ideas sobre aplicaciones para el futuro tecnológico</a:t>
            </a:r>
          </a:p>
        </p:txBody>
      </p:sp>
      <p:sp>
        <p:nvSpPr>
          <p:cNvPr name="TextBox 7" id="7"/>
          <p:cNvSpPr txBox="true"/>
          <p:nvPr/>
        </p:nvSpPr>
        <p:spPr>
          <a:xfrm rot="0">
            <a:off x="9663981" y="8712716"/>
            <a:ext cx="4636553" cy="576072"/>
          </a:xfrm>
          <a:prstGeom prst="rect">
            <a:avLst/>
          </a:prstGeom>
        </p:spPr>
        <p:txBody>
          <a:bodyPr anchor="t" rtlCol="false" tIns="0" lIns="0" bIns="0" rIns="0">
            <a:spAutoFit/>
          </a:bodyPr>
          <a:lstStyle/>
          <a:p>
            <a:pPr algn="l">
              <a:lnSpc>
                <a:spcPts val="2124"/>
              </a:lnSpc>
            </a:pPr>
            <a:r>
              <a:rPr lang="en-US" sz="1800" spc="70">
                <a:solidFill>
                  <a:srgbClr val="C7C2EF"/>
                </a:solidFill>
                <a:latin typeface="ITC Avant Garde Gothic"/>
                <a:ea typeface="ITC Avant Garde Gothic"/>
                <a:cs typeface="ITC Avant Garde Gothic"/>
                <a:sym typeface="ITC Avant Garde Gothic"/>
              </a:rPr>
              <a:t>Por Alba Castro.</a:t>
            </a:r>
          </a:p>
          <a:p>
            <a:pPr algn="l">
              <a:lnSpc>
                <a:spcPts val="2124"/>
              </a:lnSpc>
            </a:pPr>
            <a:r>
              <a:rPr lang="en-US" sz="1800" spc="70">
                <a:solidFill>
                  <a:srgbClr val="C7C2EF"/>
                </a:solidFill>
                <a:latin typeface="ITC Avant Garde Gothic"/>
                <a:ea typeface="ITC Avant Garde Gothic"/>
                <a:cs typeface="ITC Avant Garde Gothic"/>
                <a:sym typeface="ITC Avant Garde Gothic"/>
              </a:rPr>
              <a:t>Lunes, 2 de mayo de 2030.</a:t>
            </a:r>
          </a:p>
        </p:txBody>
      </p:sp>
      <p:sp>
        <p:nvSpPr>
          <p:cNvPr name="Freeform 8" id="8"/>
          <p:cNvSpPr/>
          <p:nvPr/>
        </p:nvSpPr>
        <p:spPr>
          <a:xfrm flipH="false" flipV="false" rot="0">
            <a:off x="9663981" y="907706"/>
            <a:ext cx="424697" cy="594360"/>
          </a:xfrm>
          <a:custGeom>
            <a:avLst/>
            <a:gdLst/>
            <a:ahLst/>
            <a:cxnLst/>
            <a:rect r="r" b="b" t="t" l="l"/>
            <a:pathLst>
              <a:path h="594360" w="424697">
                <a:moveTo>
                  <a:pt x="0" y="0"/>
                </a:moveTo>
                <a:lnTo>
                  <a:pt x="424697" y="0"/>
                </a:lnTo>
                <a:lnTo>
                  <a:pt x="424697" y="594360"/>
                </a:lnTo>
                <a:lnTo>
                  <a:pt x="0" y="5943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10299995" y="945806"/>
            <a:ext cx="1915264" cy="586350"/>
          </a:xfrm>
          <a:prstGeom prst="rect">
            <a:avLst/>
          </a:prstGeom>
        </p:spPr>
        <p:txBody>
          <a:bodyPr anchor="t" rtlCol="false" tIns="0" lIns="0" bIns="0" rIns="0">
            <a:spAutoFit/>
          </a:bodyPr>
          <a:lstStyle/>
          <a:p>
            <a:pPr algn="l">
              <a:lnSpc>
                <a:spcPts val="2092"/>
              </a:lnSpc>
            </a:pPr>
            <a:r>
              <a:rPr lang="en-US" b="true" sz="2031">
                <a:solidFill>
                  <a:srgbClr val="C7C2EF"/>
                </a:solidFill>
                <a:latin typeface="Helvetica World Bold"/>
                <a:ea typeface="Helvetica World Bold"/>
                <a:cs typeface="Helvetica World Bold"/>
                <a:sym typeface="Helvetica World Bold"/>
              </a:rPr>
              <a:t>ESTUDIO SHONOS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7081E"/>
        </a:solidFill>
      </p:bgPr>
    </p:bg>
    <p:spTree>
      <p:nvGrpSpPr>
        <p:cNvPr id="1" name=""/>
        <p:cNvGrpSpPr/>
        <p:nvPr/>
      </p:nvGrpSpPr>
      <p:grpSpPr>
        <a:xfrm>
          <a:off x="0" y="0"/>
          <a:ext cx="0" cy="0"/>
          <a:chOff x="0" y="0"/>
          <a:chExt cx="0" cy="0"/>
        </a:xfrm>
      </p:grpSpPr>
      <p:sp>
        <p:nvSpPr>
          <p:cNvPr name="Freeform 2" id="2"/>
          <p:cNvSpPr/>
          <p:nvPr/>
        </p:nvSpPr>
        <p:spPr>
          <a:xfrm flipH="false" flipV="false" rot="3502087">
            <a:off x="4569792" y="6624923"/>
            <a:ext cx="4917831" cy="5266754"/>
          </a:xfrm>
          <a:custGeom>
            <a:avLst/>
            <a:gdLst/>
            <a:ahLst/>
            <a:cxnLst/>
            <a:rect r="r" b="b" t="t" l="l"/>
            <a:pathLst>
              <a:path h="5266754" w="4917831">
                <a:moveTo>
                  <a:pt x="0" y="0"/>
                </a:moveTo>
                <a:lnTo>
                  <a:pt x="4917832" y="0"/>
                </a:lnTo>
                <a:lnTo>
                  <a:pt x="4917832" y="5266754"/>
                </a:lnTo>
                <a:lnTo>
                  <a:pt x="0" y="52667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6294259">
            <a:off x="14275731" y="-1795013"/>
            <a:ext cx="4917831" cy="5266754"/>
          </a:xfrm>
          <a:custGeom>
            <a:avLst/>
            <a:gdLst/>
            <a:ahLst/>
            <a:cxnLst/>
            <a:rect r="r" b="b" t="t" l="l"/>
            <a:pathLst>
              <a:path h="5266754" w="4917831">
                <a:moveTo>
                  <a:pt x="0" y="0"/>
                </a:moveTo>
                <a:lnTo>
                  <a:pt x="4917831" y="0"/>
                </a:lnTo>
                <a:lnTo>
                  <a:pt x="4917831" y="5266754"/>
                </a:lnTo>
                <a:lnTo>
                  <a:pt x="0" y="52667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7256574" y="7353388"/>
            <a:ext cx="3161980" cy="3708079"/>
          </a:xfrm>
          <a:custGeom>
            <a:avLst/>
            <a:gdLst/>
            <a:ahLst/>
            <a:cxnLst/>
            <a:rect r="r" b="b" t="t" l="l"/>
            <a:pathLst>
              <a:path h="3708079" w="3161980">
                <a:moveTo>
                  <a:pt x="0" y="0"/>
                </a:moveTo>
                <a:lnTo>
                  <a:pt x="3161980" y="0"/>
                </a:lnTo>
                <a:lnTo>
                  <a:pt x="3161980" y="3708079"/>
                </a:lnTo>
                <a:lnTo>
                  <a:pt x="0" y="37080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2290273" y="1032961"/>
            <a:ext cx="13707454" cy="968375"/>
          </a:xfrm>
          <a:prstGeom prst="rect">
            <a:avLst/>
          </a:prstGeom>
        </p:spPr>
        <p:txBody>
          <a:bodyPr anchor="t" rtlCol="false" tIns="0" lIns="0" bIns="0" rIns="0">
            <a:spAutoFit/>
          </a:bodyPr>
          <a:lstStyle/>
          <a:p>
            <a:pPr algn="l" marL="0" indent="0" lvl="0">
              <a:lnSpc>
                <a:spcPts val="7000"/>
              </a:lnSpc>
              <a:spcBef>
                <a:spcPct val="0"/>
              </a:spcBef>
            </a:pPr>
            <a:r>
              <a:rPr lang="en-US" sz="5000" strike="noStrike" u="none">
                <a:solidFill>
                  <a:srgbClr val="FF983D"/>
                </a:solidFill>
                <a:latin typeface="Retropix"/>
                <a:ea typeface="Retropix"/>
                <a:cs typeface="Retropix"/>
                <a:sym typeface="Retropix"/>
              </a:rPr>
              <a:t>Introducción</a:t>
            </a:r>
          </a:p>
        </p:txBody>
      </p:sp>
      <p:sp>
        <p:nvSpPr>
          <p:cNvPr name="TextBox 6" id="6"/>
          <p:cNvSpPr txBox="true"/>
          <p:nvPr/>
        </p:nvSpPr>
        <p:spPr>
          <a:xfrm rot="0">
            <a:off x="2290273" y="2327363"/>
            <a:ext cx="6547291" cy="4616450"/>
          </a:xfrm>
          <a:prstGeom prst="rect">
            <a:avLst/>
          </a:prstGeom>
        </p:spPr>
        <p:txBody>
          <a:bodyPr anchor="t" rtlCol="false" tIns="0" lIns="0" bIns="0" rIns="0">
            <a:spAutoFit/>
          </a:bodyPr>
          <a:lstStyle/>
          <a:p>
            <a:pPr algn="l" marL="0" indent="0" lvl="0">
              <a:lnSpc>
                <a:spcPts val="2800"/>
              </a:lnSpc>
              <a:spcBef>
                <a:spcPct val="0"/>
              </a:spcBef>
            </a:pPr>
            <a:r>
              <a:rPr lang="en-US" sz="2000" spc="154" strike="noStrike" u="none">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Praesent risus leo, fringilla et nulla at, egestas euismod orci. Suspendisse porttitor diam eu condimentum aliquam. Fusce interdum cursus nisl ut rutrum. </a:t>
            </a:r>
          </a:p>
          <a:p>
            <a:pPr algn="l" marL="0" indent="0" lvl="0">
              <a:lnSpc>
                <a:spcPts val="2800"/>
              </a:lnSpc>
              <a:spcBef>
                <a:spcPct val="0"/>
              </a:spcBef>
            </a:pPr>
          </a:p>
          <a:p>
            <a:pPr algn="l" marL="0" indent="0" lvl="0">
              <a:lnSpc>
                <a:spcPts val="2800"/>
              </a:lnSpc>
              <a:spcBef>
                <a:spcPct val="0"/>
              </a:spcBef>
            </a:pPr>
            <a:r>
              <a:rPr lang="en-US" sz="2000" spc="154" strike="noStrike" u="none">
                <a:solidFill>
                  <a:srgbClr val="C7C2EF"/>
                </a:solidFill>
                <a:latin typeface="ITC Avant Garde Gothic"/>
                <a:ea typeface="ITC Avant Garde Gothic"/>
                <a:cs typeface="ITC Avant Garde Gothic"/>
                <a:sym typeface="ITC Avant Garde Gothic"/>
              </a:rPr>
              <a:t>Donec et sapien sit amet nisl pretium efficitur. Morbi faucibus felis mauris, sit amet finibus ipsum finibus at. Praesent maximus tincidunt fermentum. Fusce eget justo a sem auctor dapibus. Praesent interdum id ligula condimentum sagittis. </a:t>
            </a:r>
          </a:p>
        </p:txBody>
      </p:sp>
      <p:sp>
        <p:nvSpPr>
          <p:cNvPr name="TextBox 7" id="7"/>
          <p:cNvSpPr txBox="true"/>
          <p:nvPr/>
        </p:nvSpPr>
        <p:spPr>
          <a:xfrm rot="0">
            <a:off x="9450436" y="2327363"/>
            <a:ext cx="6547291" cy="4616450"/>
          </a:xfrm>
          <a:prstGeom prst="rect">
            <a:avLst/>
          </a:prstGeom>
        </p:spPr>
        <p:txBody>
          <a:bodyPr anchor="t" rtlCol="false" tIns="0" lIns="0" bIns="0" rIns="0">
            <a:spAutoFit/>
          </a:bodyPr>
          <a:lstStyle/>
          <a:p>
            <a:pPr algn="l" marL="0" indent="0" lvl="0">
              <a:lnSpc>
                <a:spcPts val="2800"/>
              </a:lnSpc>
              <a:spcBef>
                <a:spcPct val="0"/>
              </a:spcBef>
            </a:pPr>
            <a:r>
              <a:rPr lang="en-US" sz="2000" spc="154" strike="noStrike" u="none">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Praesent risus leo, fringilla et nulla at, egestas euismod orci. </a:t>
            </a:r>
          </a:p>
          <a:p>
            <a:pPr algn="l" marL="0" indent="0" lvl="0">
              <a:lnSpc>
                <a:spcPts val="2800"/>
              </a:lnSpc>
              <a:spcBef>
                <a:spcPct val="0"/>
              </a:spcBef>
            </a:pPr>
          </a:p>
          <a:p>
            <a:pPr algn="l" marL="0" indent="0" lvl="0">
              <a:lnSpc>
                <a:spcPts val="2800"/>
              </a:lnSpc>
              <a:spcBef>
                <a:spcPct val="0"/>
              </a:spcBef>
            </a:pPr>
            <a:r>
              <a:rPr lang="en-US" sz="2000" spc="154" strike="noStrike" u="none">
                <a:solidFill>
                  <a:srgbClr val="C7C2EF"/>
                </a:solidFill>
                <a:latin typeface="ITC Avant Garde Gothic"/>
                <a:ea typeface="ITC Avant Garde Gothic"/>
                <a:cs typeface="ITC Avant Garde Gothic"/>
                <a:sym typeface="ITC Avant Garde Gothic"/>
              </a:rPr>
              <a:t>Suspendisse porttitor diam eu condimentum aliquam. Fusce interdum cursus nisl ut rutrum. Donec et sapien sit amet nisl pretium efficitur. Morbi faucibus felis mauris, sit amet finibus ipsum finibus at. Praesent maximus tincidunt fermentum. Fusce eget justo a sem auctor dapibus. Praesent interdum id ligula condimentum sagittis.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7081E"/>
        </a:solidFill>
      </p:bgPr>
    </p:bg>
    <p:spTree>
      <p:nvGrpSpPr>
        <p:cNvPr id="1" name=""/>
        <p:cNvGrpSpPr/>
        <p:nvPr/>
      </p:nvGrpSpPr>
      <p:grpSpPr>
        <a:xfrm>
          <a:off x="0" y="0"/>
          <a:ext cx="0" cy="0"/>
          <a:chOff x="0" y="0"/>
          <a:chExt cx="0" cy="0"/>
        </a:xfrm>
      </p:grpSpPr>
      <p:grpSp>
        <p:nvGrpSpPr>
          <p:cNvPr name="Group 2" id="2"/>
          <p:cNvGrpSpPr/>
          <p:nvPr/>
        </p:nvGrpSpPr>
        <p:grpSpPr>
          <a:xfrm rot="0">
            <a:off x="1028700" y="4121305"/>
            <a:ext cx="7904447" cy="2432283"/>
            <a:chOff x="0" y="0"/>
            <a:chExt cx="2081830" cy="640601"/>
          </a:xfrm>
        </p:grpSpPr>
        <p:sp>
          <p:nvSpPr>
            <p:cNvPr name="Freeform 3" id="3"/>
            <p:cNvSpPr/>
            <p:nvPr/>
          </p:nvSpPr>
          <p:spPr>
            <a:xfrm flipH="false" flipV="false" rot="0">
              <a:off x="0" y="0"/>
              <a:ext cx="2081830" cy="640601"/>
            </a:xfrm>
            <a:custGeom>
              <a:avLst/>
              <a:gdLst/>
              <a:ahLst/>
              <a:cxnLst/>
              <a:rect r="r" b="b" t="t" l="l"/>
              <a:pathLst>
                <a:path h="640601" w="2081830">
                  <a:moveTo>
                    <a:pt x="0" y="0"/>
                  </a:moveTo>
                  <a:lnTo>
                    <a:pt x="2081830" y="0"/>
                  </a:lnTo>
                  <a:lnTo>
                    <a:pt x="2081830" y="640601"/>
                  </a:lnTo>
                  <a:lnTo>
                    <a:pt x="0" y="640601"/>
                  </a:lnTo>
                  <a:close/>
                </a:path>
              </a:pathLst>
            </a:custGeom>
            <a:solidFill>
              <a:srgbClr val="3A124D"/>
            </a:solidFill>
            <a:ln cap="sq">
              <a:noFill/>
              <a:prstDash val="solid"/>
              <a:miter/>
            </a:ln>
          </p:spPr>
        </p:sp>
        <p:sp>
          <p:nvSpPr>
            <p:cNvPr name="TextBox 4" id="4"/>
            <p:cNvSpPr txBox="true"/>
            <p:nvPr/>
          </p:nvSpPr>
          <p:spPr>
            <a:xfrm>
              <a:off x="0" y="-57150"/>
              <a:ext cx="2081830" cy="697751"/>
            </a:xfrm>
            <a:prstGeom prst="rect">
              <a:avLst/>
            </a:prstGeom>
          </p:spPr>
          <p:txBody>
            <a:bodyPr anchor="ctr" rtlCol="false" tIns="50800" lIns="50800" bIns="50800" rIns="50800"/>
            <a:lstStyle/>
            <a:p>
              <a:pPr algn="ctr" marL="0" indent="0" lvl="0">
                <a:lnSpc>
                  <a:spcPts val="2952"/>
                </a:lnSpc>
                <a:spcBef>
                  <a:spcPct val="0"/>
                </a:spcBef>
              </a:pPr>
            </a:p>
          </p:txBody>
        </p:sp>
      </p:grpSp>
      <p:grpSp>
        <p:nvGrpSpPr>
          <p:cNvPr name="Group 5" id="5"/>
          <p:cNvGrpSpPr/>
          <p:nvPr/>
        </p:nvGrpSpPr>
        <p:grpSpPr>
          <a:xfrm rot="0">
            <a:off x="1028700" y="6826017"/>
            <a:ext cx="7904447" cy="2432283"/>
            <a:chOff x="0" y="0"/>
            <a:chExt cx="2081830" cy="640601"/>
          </a:xfrm>
        </p:grpSpPr>
        <p:sp>
          <p:nvSpPr>
            <p:cNvPr name="Freeform 6" id="6"/>
            <p:cNvSpPr/>
            <p:nvPr/>
          </p:nvSpPr>
          <p:spPr>
            <a:xfrm flipH="false" flipV="false" rot="0">
              <a:off x="0" y="0"/>
              <a:ext cx="2081830" cy="640601"/>
            </a:xfrm>
            <a:custGeom>
              <a:avLst/>
              <a:gdLst/>
              <a:ahLst/>
              <a:cxnLst/>
              <a:rect r="r" b="b" t="t" l="l"/>
              <a:pathLst>
                <a:path h="640601" w="2081830">
                  <a:moveTo>
                    <a:pt x="0" y="0"/>
                  </a:moveTo>
                  <a:lnTo>
                    <a:pt x="2081830" y="0"/>
                  </a:lnTo>
                  <a:lnTo>
                    <a:pt x="2081830" y="640601"/>
                  </a:lnTo>
                  <a:lnTo>
                    <a:pt x="0" y="640601"/>
                  </a:lnTo>
                  <a:close/>
                </a:path>
              </a:pathLst>
            </a:custGeom>
            <a:solidFill>
              <a:srgbClr val="3A124D"/>
            </a:solidFill>
            <a:ln cap="sq">
              <a:noFill/>
              <a:prstDash val="solid"/>
              <a:miter/>
            </a:ln>
          </p:spPr>
        </p:sp>
        <p:sp>
          <p:nvSpPr>
            <p:cNvPr name="TextBox 7" id="7"/>
            <p:cNvSpPr txBox="true"/>
            <p:nvPr/>
          </p:nvSpPr>
          <p:spPr>
            <a:xfrm>
              <a:off x="0" y="-57150"/>
              <a:ext cx="2081830" cy="697751"/>
            </a:xfrm>
            <a:prstGeom prst="rect">
              <a:avLst/>
            </a:prstGeom>
          </p:spPr>
          <p:txBody>
            <a:bodyPr anchor="ctr" rtlCol="false" tIns="50800" lIns="50800" bIns="50800" rIns="50800"/>
            <a:lstStyle/>
            <a:p>
              <a:pPr algn="ctr">
                <a:lnSpc>
                  <a:spcPts val="2952"/>
                </a:lnSpc>
              </a:pPr>
            </a:p>
          </p:txBody>
        </p:sp>
      </p:grpSp>
      <p:grpSp>
        <p:nvGrpSpPr>
          <p:cNvPr name="Group 8" id="8"/>
          <p:cNvGrpSpPr/>
          <p:nvPr/>
        </p:nvGrpSpPr>
        <p:grpSpPr>
          <a:xfrm rot="0">
            <a:off x="9354853" y="4121305"/>
            <a:ext cx="7904447" cy="2432283"/>
            <a:chOff x="0" y="0"/>
            <a:chExt cx="2081830" cy="640601"/>
          </a:xfrm>
        </p:grpSpPr>
        <p:sp>
          <p:nvSpPr>
            <p:cNvPr name="Freeform 9" id="9"/>
            <p:cNvSpPr/>
            <p:nvPr/>
          </p:nvSpPr>
          <p:spPr>
            <a:xfrm flipH="false" flipV="false" rot="0">
              <a:off x="0" y="0"/>
              <a:ext cx="2081830" cy="640601"/>
            </a:xfrm>
            <a:custGeom>
              <a:avLst/>
              <a:gdLst/>
              <a:ahLst/>
              <a:cxnLst/>
              <a:rect r="r" b="b" t="t" l="l"/>
              <a:pathLst>
                <a:path h="640601" w="2081830">
                  <a:moveTo>
                    <a:pt x="0" y="0"/>
                  </a:moveTo>
                  <a:lnTo>
                    <a:pt x="2081830" y="0"/>
                  </a:lnTo>
                  <a:lnTo>
                    <a:pt x="2081830" y="640601"/>
                  </a:lnTo>
                  <a:lnTo>
                    <a:pt x="0" y="640601"/>
                  </a:lnTo>
                  <a:close/>
                </a:path>
              </a:pathLst>
            </a:custGeom>
            <a:solidFill>
              <a:srgbClr val="3A124D"/>
            </a:solidFill>
            <a:ln cap="sq">
              <a:noFill/>
              <a:prstDash val="solid"/>
              <a:miter/>
            </a:ln>
          </p:spPr>
        </p:sp>
        <p:sp>
          <p:nvSpPr>
            <p:cNvPr name="TextBox 10" id="10"/>
            <p:cNvSpPr txBox="true"/>
            <p:nvPr/>
          </p:nvSpPr>
          <p:spPr>
            <a:xfrm>
              <a:off x="0" y="-57150"/>
              <a:ext cx="2081830" cy="697751"/>
            </a:xfrm>
            <a:prstGeom prst="rect">
              <a:avLst/>
            </a:prstGeom>
          </p:spPr>
          <p:txBody>
            <a:bodyPr anchor="ctr" rtlCol="false" tIns="50800" lIns="50800" bIns="50800" rIns="50800"/>
            <a:lstStyle/>
            <a:p>
              <a:pPr algn="ctr" marL="0" indent="0" lvl="0">
                <a:lnSpc>
                  <a:spcPts val="2952"/>
                </a:lnSpc>
                <a:spcBef>
                  <a:spcPct val="0"/>
                </a:spcBef>
              </a:pPr>
            </a:p>
          </p:txBody>
        </p:sp>
      </p:grpSp>
      <p:grpSp>
        <p:nvGrpSpPr>
          <p:cNvPr name="Group 11" id="11"/>
          <p:cNvGrpSpPr/>
          <p:nvPr/>
        </p:nvGrpSpPr>
        <p:grpSpPr>
          <a:xfrm rot="0">
            <a:off x="9354853" y="6826017"/>
            <a:ext cx="7904447" cy="2432283"/>
            <a:chOff x="0" y="0"/>
            <a:chExt cx="2081830" cy="640601"/>
          </a:xfrm>
        </p:grpSpPr>
        <p:sp>
          <p:nvSpPr>
            <p:cNvPr name="Freeform 12" id="12"/>
            <p:cNvSpPr/>
            <p:nvPr/>
          </p:nvSpPr>
          <p:spPr>
            <a:xfrm flipH="false" flipV="false" rot="0">
              <a:off x="0" y="0"/>
              <a:ext cx="2081830" cy="640601"/>
            </a:xfrm>
            <a:custGeom>
              <a:avLst/>
              <a:gdLst/>
              <a:ahLst/>
              <a:cxnLst/>
              <a:rect r="r" b="b" t="t" l="l"/>
              <a:pathLst>
                <a:path h="640601" w="2081830">
                  <a:moveTo>
                    <a:pt x="0" y="0"/>
                  </a:moveTo>
                  <a:lnTo>
                    <a:pt x="2081830" y="0"/>
                  </a:lnTo>
                  <a:lnTo>
                    <a:pt x="2081830" y="640601"/>
                  </a:lnTo>
                  <a:lnTo>
                    <a:pt x="0" y="640601"/>
                  </a:lnTo>
                  <a:close/>
                </a:path>
              </a:pathLst>
            </a:custGeom>
            <a:solidFill>
              <a:srgbClr val="3A124D"/>
            </a:solidFill>
            <a:ln cap="sq">
              <a:noFill/>
              <a:prstDash val="solid"/>
              <a:miter/>
            </a:ln>
          </p:spPr>
        </p:sp>
        <p:sp>
          <p:nvSpPr>
            <p:cNvPr name="TextBox 13" id="13"/>
            <p:cNvSpPr txBox="true"/>
            <p:nvPr/>
          </p:nvSpPr>
          <p:spPr>
            <a:xfrm>
              <a:off x="0" y="-57150"/>
              <a:ext cx="2081830" cy="697751"/>
            </a:xfrm>
            <a:prstGeom prst="rect">
              <a:avLst/>
            </a:prstGeom>
          </p:spPr>
          <p:txBody>
            <a:bodyPr anchor="ctr" rtlCol="false" tIns="50800" lIns="50800" bIns="50800" rIns="50800"/>
            <a:lstStyle/>
            <a:p>
              <a:pPr algn="ctr" marL="0" indent="0" lvl="0">
                <a:lnSpc>
                  <a:spcPts val="2952"/>
                </a:lnSpc>
                <a:spcBef>
                  <a:spcPct val="0"/>
                </a:spcBef>
              </a:pPr>
            </a:p>
          </p:txBody>
        </p:sp>
      </p:grpSp>
      <p:sp>
        <p:nvSpPr>
          <p:cNvPr name="Freeform 14" id="14"/>
          <p:cNvSpPr/>
          <p:nvPr/>
        </p:nvSpPr>
        <p:spPr>
          <a:xfrm flipH="false" flipV="false" rot="0">
            <a:off x="13728464" y="782746"/>
            <a:ext cx="3699760" cy="3898214"/>
          </a:xfrm>
          <a:custGeom>
            <a:avLst/>
            <a:gdLst/>
            <a:ahLst/>
            <a:cxnLst/>
            <a:rect r="r" b="b" t="t" l="l"/>
            <a:pathLst>
              <a:path h="3898214" w="3699760">
                <a:moveTo>
                  <a:pt x="0" y="0"/>
                </a:moveTo>
                <a:lnTo>
                  <a:pt x="3699760" y="0"/>
                </a:lnTo>
                <a:lnTo>
                  <a:pt x="3699760" y="3898214"/>
                </a:lnTo>
                <a:lnTo>
                  <a:pt x="0" y="3898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9813933" y="4444869"/>
            <a:ext cx="873322" cy="1430527"/>
          </a:xfrm>
          <a:prstGeom prst="rect">
            <a:avLst/>
          </a:prstGeom>
        </p:spPr>
        <p:txBody>
          <a:bodyPr anchor="t" rtlCol="false" tIns="0" lIns="0" bIns="0" rIns="0">
            <a:spAutoFit/>
          </a:bodyPr>
          <a:lstStyle/>
          <a:p>
            <a:pPr algn="r">
              <a:lnSpc>
                <a:spcPts val="11172"/>
              </a:lnSpc>
            </a:pPr>
            <a:r>
              <a:rPr lang="en-US" b="true" sz="6572" spc="387">
                <a:solidFill>
                  <a:srgbClr val="FF983D"/>
                </a:solidFill>
                <a:latin typeface="ITC Avant Garde Gothic Bold"/>
                <a:ea typeface="ITC Avant Garde Gothic Bold"/>
                <a:cs typeface="ITC Avant Garde Gothic Bold"/>
                <a:sym typeface="ITC Avant Garde Gothic Bold"/>
              </a:rPr>
              <a:t>2</a:t>
            </a:r>
          </a:p>
        </p:txBody>
      </p:sp>
      <p:sp>
        <p:nvSpPr>
          <p:cNvPr name="TextBox 16" id="16"/>
          <p:cNvSpPr txBox="true"/>
          <p:nvPr/>
        </p:nvSpPr>
        <p:spPr>
          <a:xfrm rot="0">
            <a:off x="9813933" y="7112917"/>
            <a:ext cx="873322" cy="1430527"/>
          </a:xfrm>
          <a:prstGeom prst="rect">
            <a:avLst/>
          </a:prstGeom>
        </p:spPr>
        <p:txBody>
          <a:bodyPr anchor="t" rtlCol="false" tIns="0" lIns="0" bIns="0" rIns="0">
            <a:spAutoFit/>
          </a:bodyPr>
          <a:lstStyle/>
          <a:p>
            <a:pPr algn="r">
              <a:lnSpc>
                <a:spcPts val="11172"/>
              </a:lnSpc>
            </a:pPr>
            <a:r>
              <a:rPr lang="en-US" b="true" sz="6572" spc="387">
                <a:solidFill>
                  <a:srgbClr val="FF983D"/>
                </a:solidFill>
                <a:latin typeface="ITC Avant Garde Gothic Bold"/>
                <a:ea typeface="ITC Avant Garde Gothic Bold"/>
                <a:cs typeface="ITC Avant Garde Gothic Bold"/>
                <a:sym typeface="ITC Avant Garde Gothic Bold"/>
              </a:rPr>
              <a:t>4</a:t>
            </a:r>
          </a:p>
        </p:txBody>
      </p:sp>
      <p:sp>
        <p:nvSpPr>
          <p:cNvPr name="TextBox 17" id="17"/>
          <p:cNvSpPr txBox="true"/>
          <p:nvPr/>
        </p:nvSpPr>
        <p:spPr>
          <a:xfrm rot="0">
            <a:off x="2971402" y="4451621"/>
            <a:ext cx="4629197" cy="1647825"/>
          </a:xfrm>
          <a:prstGeom prst="rect">
            <a:avLst/>
          </a:prstGeom>
        </p:spPr>
        <p:txBody>
          <a:bodyPr anchor="t" rtlCol="false" tIns="0" lIns="0" bIns="0" rIns="0">
            <a:spAutoFit/>
          </a:bodyPr>
          <a:lstStyle/>
          <a:p>
            <a:pPr algn="l" marL="0" indent="0" lvl="0">
              <a:lnSpc>
                <a:spcPts val="4200"/>
              </a:lnSpc>
              <a:spcBef>
                <a:spcPct val="0"/>
              </a:spcBef>
            </a:pPr>
            <a:r>
              <a:rPr lang="en-US" sz="3000" spc="177">
                <a:solidFill>
                  <a:srgbClr val="FF983D"/>
                </a:solidFill>
                <a:latin typeface="ITC Avant Garde Gothic"/>
                <a:ea typeface="ITC Avant Garde Gothic"/>
                <a:cs typeface="ITC Avant Garde Gothic"/>
                <a:sym typeface="ITC Avant Garde Gothic"/>
              </a:rPr>
              <a:t>Sobre las aplicaciones de la inteligencia artificial</a:t>
            </a:r>
          </a:p>
        </p:txBody>
      </p:sp>
      <p:sp>
        <p:nvSpPr>
          <p:cNvPr name="TextBox 18" id="18"/>
          <p:cNvSpPr txBox="true"/>
          <p:nvPr/>
        </p:nvSpPr>
        <p:spPr>
          <a:xfrm rot="0">
            <a:off x="2971402" y="7484392"/>
            <a:ext cx="4742904" cy="1114425"/>
          </a:xfrm>
          <a:prstGeom prst="rect">
            <a:avLst/>
          </a:prstGeom>
        </p:spPr>
        <p:txBody>
          <a:bodyPr anchor="t" rtlCol="false" tIns="0" lIns="0" bIns="0" rIns="0">
            <a:spAutoFit/>
          </a:bodyPr>
          <a:lstStyle/>
          <a:p>
            <a:pPr algn="l" marL="0" indent="0" lvl="0">
              <a:lnSpc>
                <a:spcPts val="4200"/>
              </a:lnSpc>
              <a:spcBef>
                <a:spcPct val="0"/>
              </a:spcBef>
            </a:pPr>
            <a:r>
              <a:rPr lang="en-US" sz="3000" spc="177" strike="noStrike" u="none">
                <a:solidFill>
                  <a:srgbClr val="FF983D"/>
                </a:solidFill>
                <a:latin typeface="ITC Avant Garde Gothic"/>
                <a:ea typeface="ITC Avant Garde Gothic"/>
                <a:cs typeface="ITC Avant Garde Gothic"/>
                <a:sym typeface="ITC Avant Garde Gothic"/>
              </a:rPr>
              <a:t>Las investigaciones y resultados globales</a:t>
            </a:r>
          </a:p>
        </p:txBody>
      </p:sp>
      <p:sp>
        <p:nvSpPr>
          <p:cNvPr name="TextBox 19" id="19"/>
          <p:cNvSpPr txBox="true"/>
          <p:nvPr/>
        </p:nvSpPr>
        <p:spPr>
          <a:xfrm rot="0">
            <a:off x="11597858" y="4759737"/>
            <a:ext cx="4856612" cy="1114425"/>
          </a:xfrm>
          <a:prstGeom prst="rect">
            <a:avLst/>
          </a:prstGeom>
        </p:spPr>
        <p:txBody>
          <a:bodyPr anchor="t" rtlCol="false" tIns="0" lIns="0" bIns="0" rIns="0">
            <a:spAutoFit/>
          </a:bodyPr>
          <a:lstStyle/>
          <a:p>
            <a:pPr algn="l" marL="0" indent="0" lvl="0">
              <a:lnSpc>
                <a:spcPts val="4200"/>
              </a:lnSpc>
              <a:spcBef>
                <a:spcPct val="0"/>
              </a:spcBef>
            </a:pPr>
            <a:r>
              <a:rPr lang="en-US" sz="3000" spc="177" strike="noStrike" u="none">
                <a:solidFill>
                  <a:srgbClr val="FF983D"/>
                </a:solidFill>
                <a:latin typeface="ITC Avant Garde Gothic"/>
                <a:ea typeface="ITC Avant Garde Gothic"/>
                <a:cs typeface="ITC Avant Garde Gothic"/>
                <a:sym typeface="ITC Avant Garde Gothic"/>
              </a:rPr>
              <a:t>Las pruebas y estudios internacionales</a:t>
            </a:r>
          </a:p>
        </p:txBody>
      </p:sp>
      <p:sp>
        <p:nvSpPr>
          <p:cNvPr name="TextBox 20" id="20"/>
          <p:cNvSpPr txBox="true"/>
          <p:nvPr/>
        </p:nvSpPr>
        <p:spPr>
          <a:xfrm rot="0">
            <a:off x="11466293" y="7427242"/>
            <a:ext cx="4988176" cy="1114425"/>
          </a:xfrm>
          <a:prstGeom prst="rect">
            <a:avLst/>
          </a:prstGeom>
        </p:spPr>
        <p:txBody>
          <a:bodyPr anchor="t" rtlCol="false" tIns="0" lIns="0" bIns="0" rIns="0">
            <a:spAutoFit/>
          </a:bodyPr>
          <a:lstStyle/>
          <a:p>
            <a:pPr algn="l" marL="0" indent="0" lvl="0">
              <a:lnSpc>
                <a:spcPts val="4200"/>
              </a:lnSpc>
              <a:spcBef>
                <a:spcPct val="0"/>
              </a:spcBef>
            </a:pPr>
            <a:r>
              <a:rPr lang="en-US" sz="3000" spc="177" strike="noStrike" u="none">
                <a:solidFill>
                  <a:srgbClr val="FF983D"/>
                </a:solidFill>
                <a:latin typeface="ITC Avant Garde Gothic"/>
                <a:ea typeface="ITC Avant Garde Gothic"/>
                <a:cs typeface="ITC Avant Garde Gothic"/>
                <a:sym typeface="ITC Avant Garde Gothic"/>
              </a:rPr>
              <a:t>El estado del sector profesional</a:t>
            </a:r>
          </a:p>
        </p:txBody>
      </p:sp>
      <p:sp>
        <p:nvSpPr>
          <p:cNvPr name="TextBox 21" id="21"/>
          <p:cNvSpPr txBox="true"/>
          <p:nvPr/>
        </p:nvSpPr>
        <p:spPr>
          <a:xfrm rot="0">
            <a:off x="1537663" y="4444869"/>
            <a:ext cx="666756" cy="1430527"/>
          </a:xfrm>
          <a:prstGeom prst="rect">
            <a:avLst/>
          </a:prstGeom>
        </p:spPr>
        <p:txBody>
          <a:bodyPr anchor="t" rtlCol="false" tIns="0" lIns="0" bIns="0" rIns="0">
            <a:spAutoFit/>
          </a:bodyPr>
          <a:lstStyle/>
          <a:p>
            <a:pPr algn="r">
              <a:lnSpc>
                <a:spcPts val="11172"/>
              </a:lnSpc>
            </a:pPr>
            <a:r>
              <a:rPr lang="en-US" b="true" sz="6572" spc="387">
                <a:solidFill>
                  <a:srgbClr val="FF983D"/>
                </a:solidFill>
                <a:latin typeface="ITC Avant Garde Gothic Bold"/>
                <a:ea typeface="ITC Avant Garde Gothic Bold"/>
                <a:cs typeface="ITC Avant Garde Gothic Bold"/>
                <a:sym typeface="ITC Avant Garde Gothic Bold"/>
              </a:rPr>
              <a:t>1</a:t>
            </a:r>
          </a:p>
        </p:txBody>
      </p:sp>
      <p:sp>
        <p:nvSpPr>
          <p:cNvPr name="TextBox 22" id="22"/>
          <p:cNvSpPr txBox="true"/>
          <p:nvPr/>
        </p:nvSpPr>
        <p:spPr>
          <a:xfrm rot="0">
            <a:off x="1537663" y="7112917"/>
            <a:ext cx="789473" cy="1430527"/>
          </a:xfrm>
          <a:prstGeom prst="rect">
            <a:avLst/>
          </a:prstGeom>
        </p:spPr>
        <p:txBody>
          <a:bodyPr anchor="t" rtlCol="false" tIns="0" lIns="0" bIns="0" rIns="0">
            <a:spAutoFit/>
          </a:bodyPr>
          <a:lstStyle/>
          <a:p>
            <a:pPr algn="r">
              <a:lnSpc>
                <a:spcPts val="11172"/>
              </a:lnSpc>
            </a:pPr>
            <a:r>
              <a:rPr lang="en-US" b="true" sz="6572" spc="387">
                <a:solidFill>
                  <a:srgbClr val="FF983D"/>
                </a:solidFill>
                <a:latin typeface="ITC Avant Garde Gothic Bold"/>
                <a:ea typeface="ITC Avant Garde Gothic Bold"/>
                <a:cs typeface="ITC Avant Garde Gothic Bold"/>
                <a:sym typeface="ITC Avant Garde Gothic Bold"/>
              </a:rPr>
              <a:t>3</a:t>
            </a:r>
          </a:p>
        </p:txBody>
      </p:sp>
      <p:sp>
        <p:nvSpPr>
          <p:cNvPr name="TextBox 23" id="23"/>
          <p:cNvSpPr txBox="true"/>
          <p:nvPr/>
        </p:nvSpPr>
        <p:spPr>
          <a:xfrm rot="0">
            <a:off x="1028700" y="2347750"/>
            <a:ext cx="10955762" cy="716280"/>
          </a:xfrm>
          <a:prstGeom prst="rect">
            <a:avLst/>
          </a:prstGeom>
        </p:spPr>
        <p:txBody>
          <a:bodyPr anchor="t" rtlCol="false" tIns="0" lIns="0" bIns="0" rIns="0">
            <a:spAutoFit/>
          </a:bodyPr>
          <a:lstStyle/>
          <a:p>
            <a:pPr algn="l">
              <a:lnSpc>
                <a:spcPts val="2760"/>
              </a:lnSpc>
            </a:pPr>
            <a:r>
              <a:rPr lang="en-US" sz="2000">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Praesent risus leo, fringilla et ipsum.</a:t>
            </a:r>
          </a:p>
        </p:txBody>
      </p:sp>
      <p:sp>
        <p:nvSpPr>
          <p:cNvPr name="TextBox 24" id="24"/>
          <p:cNvSpPr txBox="true"/>
          <p:nvPr/>
        </p:nvSpPr>
        <p:spPr>
          <a:xfrm rot="0">
            <a:off x="1016513" y="1093928"/>
            <a:ext cx="8338340" cy="968375"/>
          </a:xfrm>
          <a:prstGeom prst="rect">
            <a:avLst/>
          </a:prstGeom>
        </p:spPr>
        <p:txBody>
          <a:bodyPr anchor="t" rtlCol="false" tIns="0" lIns="0" bIns="0" rIns="0">
            <a:spAutoFit/>
          </a:bodyPr>
          <a:lstStyle/>
          <a:p>
            <a:pPr algn="l">
              <a:lnSpc>
                <a:spcPts val="7000"/>
              </a:lnSpc>
            </a:pPr>
            <a:r>
              <a:rPr lang="en-US" sz="5000">
                <a:solidFill>
                  <a:srgbClr val="FF983D"/>
                </a:solidFill>
                <a:latin typeface="Retropix"/>
                <a:ea typeface="Retropix"/>
                <a:cs typeface="Retropix"/>
                <a:sym typeface="Retropix"/>
              </a:rPr>
              <a:t>Contenidos generales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7081E"/>
        </a:solidFill>
      </p:bgPr>
    </p:bg>
    <p:spTree>
      <p:nvGrpSpPr>
        <p:cNvPr id="1" name=""/>
        <p:cNvGrpSpPr/>
        <p:nvPr/>
      </p:nvGrpSpPr>
      <p:grpSpPr>
        <a:xfrm>
          <a:off x="0" y="0"/>
          <a:ext cx="0" cy="0"/>
          <a:chOff x="0" y="0"/>
          <a:chExt cx="0" cy="0"/>
        </a:xfrm>
      </p:grpSpPr>
      <p:grpSp>
        <p:nvGrpSpPr>
          <p:cNvPr name="Group 2" id="2"/>
          <p:cNvGrpSpPr/>
          <p:nvPr/>
        </p:nvGrpSpPr>
        <p:grpSpPr>
          <a:xfrm rot="0">
            <a:off x="1028700" y="3335588"/>
            <a:ext cx="4905185" cy="5722902"/>
            <a:chOff x="0" y="0"/>
            <a:chExt cx="1291901" cy="1507266"/>
          </a:xfrm>
        </p:grpSpPr>
        <p:sp>
          <p:nvSpPr>
            <p:cNvPr name="Freeform 3" id="3"/>
            <p:cNvSpPr/>
            <p:nvPr/>
          </p:nvSpPr>
          <p:spPr>
            <a:xfrm flipH="false" flipV="false" rot="0">
              <a:off x="0" y="0"/>
              <a:ext cx="1291901" cy="1507266"/>
            </a:xfrm>
            <a:custGeom>
              <a:avLst/>
              <a:gdLst/>
              <a:ahLst/>
              <a:cxnLst/>
              <a:rect r="r" b="b" t="t" l="l"/>
              <a:pathLst>
                <a:path h="1507266" w="1291901">
                  <a:moveTo>
                    <a:pt x="0" y="0"/>
                  </a:moveTo>
                  <a:lnTo>
                    <a:pt x="1291901" y="0"/>
                  </a:lnTo>
                  <a:lnTo>
                    <a:pt x="1291901" y="1507266"/>
                  </a:lnTo>
                  <a:lnTo>
                    <a:pt x="0" y="1507266"/>
                  </a:lnTo>
                  <a:close/>
                </a:path>
              </a:pathLst>
            </a:custGeom>
            <a:solidFill>
              <a:srgbClr val="3A124D"/>
            </a:solidFill>
            <a:ln cap="sq">
              <a:noFill/>
              <a:prstDash val="solid"/>
              <a:miter/>
            </a:ln>
          </p:spPr>
        </p:sp>
        <p:sp>
          <p:nvSpPr>
            <p:cNvPr name="TextBox 4" id="4"/>
            <p:cNvSpPr txBox="true"/>
            <p:nvPr/>
          </p:nvSpPr>
          <p:spPr>
            <a:xfrm>
              <a:off x="0" y="-57150"/>
              <a:ext cx="1291901" cy="1564416"/>
            </a:xfrm>
            <a:prstGeom prst="rect">
              <a:avLst/>
            </a:prstGeom>
          </p:spPr>
          <p:txBody>
            <a:bodyPr anchor="ctr" rtlCol="false" tIns="50800" lIns="50800" bIns="50800" rIns="50800"/>
            <a:lstStyle/>
            <a:p>
              <a:pPr algn="ctr" marL="0" indent="0" lvl="0">
                <a:lnSpc>
                  <a:spcPts val="2952"/>
                </a:lnSpc>
                <a:spcBef>
                  <a:spcPct val="0"/>
                </a:spcBef>
              </a:pPr>
            </a:p>
          </p:txBody>
        </p:sp>
      </p:grpSp>
      <p:grpSp>
        <p:nvGrpSpPr>
          <p:cNvPr name="Group 5" id="5"/>
          <p:cNvGrpSpPr/>
          <p:nvPr/>
        </p:nvGrpSpPr>
        <p:grpSpPr>
          <a:xfrm rot="0">
            <a:off x="12354115" y="3335588"/>
            <a:ext cx="4905185" cy="5722902"/>
            <a:chOff x="0" y="0"/>
            <a:chExt cx="1291901" cy="1507266"/>
          </a:xfrm>
        </p:grpSpPr>
        <p:sp>
          <p:nvSpPr>
            <p:cNvPr name="Freeform 6" id="6"/>
            <p:cNvSpPr/>
            <p:nvPr/>
          </p:nvSpPr>
          <p:spPr>
            <a:xfrm flipH="false" flipV="false" rot="0">
              <a:off x="0" y="0"/>
              <a:ext cx="1291901" cy="1507266"/>
            </a:xfrm>
            <a:custGeom>
              <a:avLst/>
              <a:gdLst/>
              <a:ahLst/>
              <a:cxnLst/>
              <a:rect r="r" b="b" t="t" l="l"/>
              <a:pathLst>
                <a:path h="1507266" w="1291901">
                  <a:moveTo>
                    <a:pt x="0" y="0"/>
                  </a:moveTo>
                  <a:lnTo>
                    <a:pt x="1291901" y="0"/>
                  </a:lnTo>
                  <a:lnTo>
                    <a:pt x="1291901" y="1507266"/>
                  </a:lnTo>
                  <a:lnTo>
                    <a:pt x="0" y="1507266"/>
                  </a:lnTo>
                  <a:close/>
                </a:path>
              </a:pathLst>
            </a:custGeom>
            <a:solidFill>
              <a:srgbClr val="3A124D"/>
            </a:solidFill>
            <a:ln cap="sq">
              <a:noFill/>
              <a:prstDash val="solid"/>
              <a:miter/>
            </a:ln>
          </p:spPr>
        </p:sp>
        <p:sp>
          <p:nvSpPr>
            <p:cNvPr name="TextBox 7" id="7"/>
            <p:cNvSpPr txBox="true"/>
            <p:nvPr/>
          </p:nvSpPr>
          <p:spPr>
            <a:xfrm>
              <a:off x="0" y="-57150"/>
              <a:ext cx="1291901" cy="1564416"/>
            </a:xfrm>
            <a:prstGeom prst="rect">
              <a:avLst/>
            </a:prstGeom>
          </p:spPr>
          <p:txBody>
            <a:bodyPr anchor="ctr" rtlCol="false" tIns="50800" lIns="50800" bIns="50800" rIns="50800"/>
            <a:lstStyle/>
            <a:p>
              <a:pPr algn="ctr" marL="0" indent="0" lvl="0">
                <a:lnSpc>
                  <a:spcPts val="2952"/>
                </a:lnSpc>
                <a:spcBef>
                  <a:spcPct val="0"/>
                </a:spcBef>
              </a:pPr>
            </a:p>
          </p:txBody>
        </p:sp>
      </p:grpSp>
      <p:grpSp>
        <p:nvGrpSpPr>
          <p:cNvPr name="Group 8" id="8"/>
          <p:cNvGrpSpPr/>
          <p:nvPr/>
        </p:nvGrpSpPr>
        <p:grpSpPr>
          <a:xfrm rot="0">
            <a:off x="6691407" y="3335588"/>
            <a:ext cx="4905185" cy="5722902"/>
            <a:chOff x="0" y="0"/>
            <a:chExt cx="1291901" cy="1507266"/>
          </a:xfrm>
        </p:grpSpPr>
        <p:sp>
          <p:nvSpPr>
            <p:cNvPr name="Freeform 9" id="9"/>
            <p:cNvSpPr/>
            <p:nvPr/>
          </p:nvSpPr>
          <p:spPr>
            <a:xfrm flipH="false" flipV="false" rot="0">
              <a:off x="0" y="0"/>
              <a:ext cx="1291901" cy="1507266"/>
            </a:xfrm>
            <a:custGeom>
              <a:avLst/>
              <a:gdLst/>
              <a:ahLst/>
              <a:cxnLst/>
              <a:rect r="r" b="b" t="t" l="l"/>
              <a:pathLst>
                <a:path h="1507266" w="1291901">
                  <a:moveTo>
                    <a:pt x="0" y="0"/>
                  </a:moveTo>
                  <a:lnTo>
                    <a:pt x="1291901" y="0"/>
                  </a:lnTo>
                  <a:lnTo>
                    <a:pt x="1291901" y="1507266"/>
                  </a:lnTo>
                  <a:lnTo>
                    <a:pt x="0" y="1507266"/>
                  </a:lnTo>
                  <a:close/>
                </a:path>
              </a:pathLst>
            </a:custGeom>
            <a:solidFill>
              <a:srgbClr val="3A124D"/>
            </a:solidFill>
            <a:ln cap="sq">
              <a:noFill/>
              <a:prstDash val="solid"/>
              <a:miter/>
            </a:ln>
          </p:spPr>
        </p:sp>
        <p:sp>
          <p:nvSpPr>
            <p:cNvPr name="TextBox 10" id="10"/>
            <p:cNvSpPr txBox="true"/>
            <p:nvPr/>
          </p:nvSpPr>
          <p:spPr>
            <a:xfrm>
              <a:off x="0" y="-57150"/>
              <a:ext cx="1291901" cy="1564416"/>
            </a:xfrm>
            <a:prstGeom prst="rect">
              <a:avLst/>
            </a:prstGeom>
          </p:spPr>
          <p:txBody>
            <a:bodyPr anchor="ctr" rtlCol="false" tIns="50800" lIns="50800" bIns="50800" rIns="50800"/>
            <a:lstStyle/>
            <a:p>
              <a:pPr algn="ctr" marL="0" indent="0" lvl="0">
                <a:lnSpc>
                  <a:spcPts val="2952"/>
                </a:lnSpc>
                <a:spcBef>
                  <a:spcPct val="0"/>
                </a:spcBef>
              </a:pPr>
            </a:p>
          </p:txBody>
        </p:sp>
      </p:grpSp>
      <p:sp>
        <p:nvSpPr>
          <p:cNvPr name="Freeform 11" id="11"/>
          <p:cNvSpPr/>
          <p:nvPr/>
        </p:nvSpPr>
        <p:spPr>
          <a:xfrm flipH="false" flipV="false" rot="0">
            <a:off x="14592987" y="997420"/>
            <a:ext cx="2666313" cy="2853059"/>
          </a:xfrm>
          <a:custGeom>
            <a:avLst/>
            <a:gdLst/>
            <a:ahLst/>
            <a:cxnLst/>
            <a:rect r="r" b="b" t="t" l="l"/>
            <a:pathLst>
              <a:path h="2853059" w="2666313">
                <a:moveTo>
                  <a:pt x="0" y="0"/>
                </a:moveTo>
                <a:lnTo>
                  <a:pt x="2666313" y="0"/>
                </a:lnTo>
                <a:lnTo>
                  <a:pt x="2666313" y="2853060"/>
                </a:lnTo>
                <a:lnTo>
                  <a:pt x="0" y="28530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351603" y="3284503"/>
            <a:ext cx="666756" cy="1430527"/>
          </a:xfrm>
          <a:prstGeom prst="rect">
            <a:avLst/>
          </a:prstGeom>
        </p:spPr>
        <p:txBody>
          <a:bodyPr anchor="t" rtlCol="false" tIns="0" lIns="0" bIns="0" rIns="0">
            <a:spAutoFit/>
          </a:bodyPr>
          <a:lstStyle/>
          <a:p>
            <a:pPr algn="r">
              <a:lnSpc>
                <a:spcPts val="11172"/>
              </a:lnSpc>
            </a:pPr>
            <a:r>
              <a:rPr lang="en-US" sz="6572" spc="387">
                <a:solidFill>
                  <a:srgbClr val="FF983D"/>
                </a:solidFill>
                <a:latin typeface="Retropix"/>
                <a:ea typeface="Retropix"/>
                <a:cs typeface="Retropix"/>
                <a:sym typeface="Retropix"/>
              </a:rPr>
              <a:t>1</a:t>
            </a:r>
          </a:p>
        </p:txBody>
      </p:sp>
      <p:sp>
        <p:nvSpPr>
          <p:cNvPr name="TextBox 13" id="13"/>
          <p:cNvSpPr txBox="true"/>
          <p:nvPr/>
        </p:nvSpPr>
        <p:spPr>
          <a:xfrm rot="0">
            <a:off x="7133776" y="3284503"/>
            <a:ext cx="666756" cy="1430527"/>
          </a:xfrm>
          <a:prstGeom prst="rect">
            <a:avLst/>
          </a:prstGeom>
        </p:spPr>
        <p:txBody>
          <a:bodyPr anchor="t" rtlCol="false" tIns="0" lIns="0" bIns="0" rIns="0">
            <a:spAutoFit/>
          </a:bodyPr>
          <a:lstStyle/>
          <a:p>
            <a:pPr algn="r" marL="0" indent="0" lvl="0">
              <a:lnSpc>
                <a:spcPts val="11172"/>
              </a:lnSpc>
              <a:spcBef>
                <a:spcPct val="0"/>
              </a:spcBef>
            </a:pPr>
            <a:r>
              <a:rPr lang="en-US" sz="6572" spc="387" strike="noStrike" u="none">
                <a:solidFill>
                  <a:srgbClr val="FF983D"/>
                </a:solidFill>
                <a:latin typeface="Retropix"/>
                <a:ea typeface="Retropix"/>
                <a:cs typeface="Retropix"/>
                <a:sym typeface="Retropix"/>
              </a:rPr>
              <a:t>2</a:t>
            </a:r>
          </a:p>
        </p:txBody>
      </p:sp>
      <p:sp>
        <p:nvSpPr>
          <p:cNvPr name="TextBox 14" id="14"/>
          <p:cNvSpPr txBox="true"/>
          <p:nvPr/>
        </p:nvSpPr>
        <p:spPr>
          <a:xfrm rot="0">
            <a:off x="12796743" y="3284503"/>
            <a:ext cx="666756" cy="1430527"/>
          </a:xfrm>
          <a:prstGeom prst="rect">
            <a:avLst/>
          </a:prstGeom>
        </p:spPr>
        <p:txBody>
          <a:bodyPr anchor="t" rtlCol="false" tIns="0" lIns="0" bIns="0" rIns="0">
            <a:spAutoFit/>
          </a:bodyPr>
          <a:lstStyle/>
          <a:p>
            <a:pPr algn="r" marL="0" indent="0" lvl="0">
              <a:lnSpc>
                <a:spcPts val="11172"/>
              </a:lnSpc>
              <a:spcBef>
                <a:spcPct val="0"/>
              </a:spcBef>
            </a:pPr>
            <a:r>
              <a:rPr lang="en-US" sz="6572" spc="387" strike="noStrike" u="none">
                <a:solidFill>
                  <a:srgbClr val="FF983D"/>
                </a:solidFill>
                <a:latin typeface="Retropix"/>
                <a:ea typeface="Retropix"/>
                <a:cs typeface="Retropix"/>
                <a:sym typeface="Retropix"/>
              </a:rPr>
              <a:t>3</a:t>
            </a:r>
          </a:p>
        </p:txBody>
      </p:sp>
      <p:grpSp>
        <p:nvGrpSpPr>
          <p:cNvPr name="Group 15" id="15"/>
          <p:cNvGrpSpPr/>
          <p:nvPr/>
        </p:nvGrpSpPr>
        <p:grpSpPr>
          <a:xfrm rot="0">
            <a:off x="1618300" y="4807394"/>
            <a:ext cx="3713209" cy="3415336"/>
            <a:chOff x="0" y="0"/>
            <a:chExt cx="4950945" cy="4553781"/>
          </a:xfrm>
        </p:grpSpPr>
        <p:sp>
          <p:nvSpPr>
            <p:cNvPr name="TextBox 16" id="16"/>
            <p:cNvSpPr txBox="true"/>
            <p:nvPr/>
          </p:nvSpPr>
          <p:spPr>
            <a:xfrm rot="0">
              <a:off x="0" y="-47625"/>
              <a:ext cx="4950945" cy="1797685"/>
            </a:xfrm>
            <a:prstGeom prst="rect">
              <a:avLst/>
            </a:prstGeom>
          </p:spPr>
          <p:txBody>
            <a:bodyPr anchor="t" rtlCol="false" tIns="0" lIns="0" bIns="0" rIns="0">
              <a:spAutoFit/>
            </a:bodyPr>
            <a:lstStyle/>
            <a:p>
              <a:pPr algn="l" marL="0" indent="0" lvl="0">
                <a:lnSpc>
                  <a:spcPts val="3390"/>
                </a:lnSpc>
              </a:pPr>
              <a:r>
                <a:rPr lang="en-US" sz="3000" spc="177" strike="noStrike" u="none">
                  <a:solidFill>
                    <a:srgbClr val="FF983D"/>
                  </a:solidFill>
                  <a:latin typeface="Retropix"/>
                  <a:ea typeface="Retropix"/>
                  <a:cs typeface="Retropix"/>
                  <a:sym typeface="Retropix"/>
                </a:rPr>
                <a:t>El impacto sobre la economía global</a:t>
              </a:r>
            </a:p>
          </p:txBody>
        </p:sp>
        <p:sp>
          <p:nvSpPr>
            <p:cNvPr name="TextBox 17" id="17"/>
            <p:cNvSpPr txBox="true"/>
            <p:nvPr/>
          </p:nvSpPr>
          <p:spPr>
            <a:xfrm rot="0">
              <a:off x="0" y="2027370"/>
              <a:ext cx="4950945" cy="2526411"/>
            </a:xfrm>
            <a:prstGeom prst="rect">
              <a:avLst/>
            </a:prstGeom>
          </p:spPr>
          <p:txBody>
            <a:bodyPr anchor="t" rtlCol="false" tIns="0" lIns="0" bIns="0" rIns="0">
              <a:spAutoFit/>
            </a:bodyPr>
            <a:lstStyle/>
            <a:p>
              <a:pPr algn="l">
                <a:lnSpc>
                  <a:spcPts val="2483"/>
                </a:lnSpc>
              </a:pPr>
              <a:r>
                <a:rPr lang="en-US" sz="1800">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Praesent risus leo, fringilla et nulla at, egestas euismod orci. </a:t>
              </a:r>
            </a:p>
          </p:txBody>
        </p:sp>
      </p:grpSp>
      <p:grpSp>
        <p:nvGrpSpPr>
          <p:cNvPr name="Group 18" id="18"/>
          <p:cNvGrpSpPr/>
          <p:nvPr/>
        </p:nvGrpSpPr>
        <p:grpSpPr>
          <a:xfrm rot="0">
            <a:off x="7287395" y="5021707"/>
            <a:ext cx="3713209" cy="3301036"/>
            <a:chOff x="0" y="0"/>
            <a:chExt cx="4950945" cy="4401381"/>
          </a:xfrm>
        </p:grpSpPr>
        <p:sp>
          <p:nvSpPr>
            <p:cNvPr name="TextBox 19" id="19"/>
            <p:cNvSpPr txBox="true"/>
            <p:nvPr/>
          </p:nvSpPr>
          <p:spPr>
            <a:xfrm rot="0">
              <a:off x="0" y="-47625"/>
              <a:ext cx="4950945" cy="1226185"/>
            </a:xfrm>
            <a:prstGeom prst="rect">
              <a:avLst/>
            </a:prstGeom>
          </p:spPr>
          <p:txBody>
            <a:bodyPr anchor="t" rtlCol="false" tIns="0" lIns="0" bIns="0" rIns="0">
              <a:spAutoFit/>
            </a:bodyPr>
            <a:lstStyle/>
            <a:p>
              <a:pPr algn="l" marL="0" indent="0" lvl="0">
                <a:lnSpc>
                  <a:spcPts val="3390"/>
                </a:lnSpc>
                <a:spcBef>
                  <a:spcPct val="0"/>
                </a:spcBef>
              </a:pPr>
              <a:r>
                <a:rPr lang="en-US" sz="3000" spc="177" strike="noStrike" u="none">
                  <a:solidFill>
                    <a:srgbClr val="FF983D"/>
                  </a:solidFill>
                  <a:latin typeface="Retropix"/>
                  <a:ea typeface="Retropix"/>
                  <a:cs typeface="Retropix"/>
                  <a:sym typeface="Retropix"/>
                </a:rPr>
                <a:t>Las inversiones en tecnología</a:t>
              </a:r>
            </a:p>
          </p:txBody>
        </p:sp>
        <p:sp>
          <p:nvSpPr>
            <p:cNvPr name="TextBox 20" id="20"/>
            <p:cNvSpPr txBox="true"/>
            <p:nvPr/>
          </p:nvSpPr>
          <p:spPr>
            <a:xfrm rot="0">
              <a:off x="0" y="1455870"/>
              <a:ext cx="4950945" cy="2945511"/>
            </a:xfrm>
            <a:prstGeom prst="rect">
              <a:avLst/>
            </a:prstGeom>
          </p:spPr>
          <p:txBody>
            <a:bodyPr anchor="t" rtlCol="false" tIns="0" lIns="0" bIns="0" rIns="0">
              <a:spAutoFit/>
            </a:bodyPr>
            <a:lstStyle/>
            <a:p>
              <a:pPr algn="l" marL="0" indent="0" lvl="0">
                <a:lnSpc>
                  <a:spcPts val="2483"/>
                </a:lnSpc>
                <a:spcBef>
                  <a:spcPct val="0"/>
                </a:spcBef>
              </a:pPr>
              <a:r>
                <a:rPr lang="en-US" sz="1800" strike="noStrike" u="none">
                  <a:solidFill>
                    <a:srgbClr val="C7C2EF"/>
                  </a:solidFill>
                  <a:latin typeface="ITC Avant Garde Gothic"/>
                  <a:ea typeface="ITC Avant Garde Gothic"/>
                  <a:cs typeface="ITC Avant Garde Gothic"/>
                  <a:sym typeface="ITC Avant Garde Gothic"/>
                </a:rPr>
                <a:t>Lorem ipsum dolor sit amet, consectetur adipiscing elit. </a:t>
              </a:r>
            </a:p>
            <a:p>
              <a:pPr algn="l" marL="0" indent="0" lvl="0">
                <a:lnSpc>
                  <a:spcPts val="2483"/>
                </a:lnSpc>
                <a:spcBef>
                  <a:spcPct val="0"/>
                </a:spcBef>
              </a:pPr>
            </a:p>
            <a:p>
              <a:pPr algn="l" marL="0" indent="0" lvl="0">
                <a:lnSpc>
                  <a:spcPts val="2483"/>
                </a:lnSpc>
                <a:spcBef>
                  <a:spcPct val="0"/>
                </a:spcBef>
              </a:pPr>
              <a:r>
                <a:rPr lang="en-US" sz="1800" strike="noStrike" u="none">
                  <a:solidFill>
                    <a:srgbClr val="C7C2EF"/>
                  </a:solidFill>
                  <a:latin typeface="ITC Avant Garde Gothic"/>
                  <a:ea typeface="ITC Avant Garde Gothic"/>
                  <a:cs typeface="ITC Avant Garde Gothic"/>
                  <a:sym typeface="ITC Avant Garde Gothic"/>
                </a:rPr>
                <a:t>Ut a enim nec nisl ullamcorper eleifend. Praesent risus leo, fringilla et nulla at, egestas euismod orci. </a:t>
              </a:r>
            </a:p>
          </p:txBody>
        </p:sp>
      </p:grpSp>
      <p:grpSp>
        <p:nvGrpSpPr>
          <p:cNvPr name="Group 21" id="21"/>
          <p:cNvGrpSpPr/>
          <p:nvPr/>
        </p:nvGrpSpPr>
        <p:grpSpPr>
          <a:xfrm rot="0">
            <a:off x="12958668" y="4807394"/>
            <a:ext cx="3713209" cy="3415336"/>
            <a:chOff x="0" y="0"/>
            <a:chExt cx="4950945" cy="4553781"/>
          </a:xfrm>
        </p:grpSpPr>
        <p:sp>
          <p:nvSpPr>
            <p:cNvPr name="TextBox 22" id="22"/>
            <p:cNvSpPr txBox="true"/>
            <p:nvPr/>
          </p:nvSpPr>
          <p:spPr>
            <a:xfrm rot="0">
              <a:off x="0" y="-47625"/>
              <a:ext cx="4950945" cy="1797685"/>
            </a:xfrm>
            <a:prstGeom prst="rect">
              <a:avLst/>
            </a:prstGeom>
          </p:spPr>
          <p:txBody>
            <a:bodyPr anchor="t" rtlCol="false" tIns="0" lIns="0" bIns="0" rIns="0">
              <a:spAutoFit/>
            </a:bodyPr>
            <a:lstStyle/>
            <a:p>
              <a:pPr algn="l" marL="0" indent="0" lvl="0">
                <a:lnSpc>
                  <a:spcPts val="3390"/>
                </a:lnSpc>
                <a:spcBef>
                  <a:spcPct val="0"/>
                </a:spcBef>
              </a:pPr>
              <a:r>
                <a:rPr lang="en-US" sz="3000" spc="177" strike="noStrike" u="none">
                  <a:solidFill>
                    <a:srgbClr val="FF983D"/>
                  </a:solidFill>
                  <a:latin typeface="Retropix"/>
                  <a:ea typeface="Retropix"/>
                  <a:cs typeface="Retropix"/>
                  <a:sym typeface="Retropix"/>
                </a:rPr>
                <a:t>Realizar seguimiento de los avances</a:t>
              </a:r>
            </a:p>
          </p:txBody>
        </p:sp>
        <p:sp>
          <p:nvSpPr>
            <p:cNvPr name="TextBox 23" id="23"/>
            <p:cNvSpPr txBox="true"/>
            <p:nvPr/>
          </p:nvSpPr>
          <p:spPr>
            <a:xfrm rot="0">
              <a:off x="0" y="2027370"/>
              <a:ext cx="4950945" cy="2526411"/>
            </a:xfrm>
            <a:prstGeom prst="rect">
              <a:avLst/>
            </a:prstGeom>
          </p:spPr>
          <p:txBody>
            <a:bodyPr anchor="t" rtlCol="false" tIns="0" lIns="0" bIns="0" rIns="0">
              <a:spAutoFit/>
            </a:bodyPr>
            <a:lstStyle/>
            <a:p>
              <a:pPr algn="l" marL="0" indent="0" lvl="0">
                <a:lnSpc>
                  <a:spcPts val="2483"/>
                </a:lnSpc>
                <a:spcBef>
                  <a:spcPct val="0"/>
                </a:spcBef>
              </a:pPr>
              <a:r>
                <a:rPr lang="en-US" sz="1800" strike="noStrike" u="none">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a:t>
              </a:r>
            </a:p>
            <a:p>
              <a:pPr algn="l" marL="0" indent="0" lvl="0">
                <a:lnSpc>
                  <a:spcPts val="2483"/>
                </a:lnSpc>
                <a:spcBef>
                  <a:spcPct val="0"/>
                </a:spcBef>
              </a:pPr>
              <a:r>
                <a:rPr lang="en-US" sz="1800" strike="noStrike" u="none">
                  <a:solidFill>
                    <a:srgbClr val="C7C2EF"/>
                  </a:solidFill>
                  <a:latin typeface="ITC Avant Garde Gothic"/>
                  <a:ea typeface="ITC Avant Garde Gothic"/>
                  <a:cs typeface="ITC Avant Garde Gothic"/>
                  <a:sym typeface="ITC Avant Garde Gothic"/>
                </a:rPr>
                <a:t>Praesent risus leo, fringilla et nulla at, egestas euismod orci. </a:t>
              </a:r>
            </a:p>
          </p:txBody>
        </p:sp>
      </p:grpSp>
      <p:sp>
        <p:nvSpPr>
          <p:cNvPr name="TextBox 24" id="24"/>
          <p:cNvSpPr txBox="true"/>
          <p:nvPr/>
        </p:nvSpPr>
        <p:spPr>
          <a:xfrm rot="0">
            <a:off x="1028700" y="2094462"/>
            <a:ext cx="10955762" cy="716280"/>
          </a:xfrm>
          <a:prstGeom prst="rect">
            <a:avLst/>
          </a:prstGeom>
        </p:spPr>
        <p:txBody>
          <a:bodyPr anchor="t" rtlCol="false" tIns="0" lIns="0" bIns="0" rIns="0">
            <a:spAutoFit/>
          </a:bodyPr>
          <a:lstStyle/>
          <a:p>
            <a:pPr algn="l">
              <a:lnSpc>
                <a:spcPts val="2760"/>
              </a:lnSpc>
            </a:pPr>
            <a:r>
              <a:rPr lang="en-US" sz="2000">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Praesent risus leo, fringilla et ipsum.</a:t>
            </a:r>
          </a:p>
        </p:txBody>
      </p:sp>
      <p:sp>
        <p:nvSpPr>
          <p:cNvPr name="TextBox 25" id="25"/>
          <p:cNvSpPr txBox="true"/>
          <p:nvPr/>
        </p:nvSpPr>
        <p:spPr>
          <a:xfrm rot="0">
            <a:off x="1016513" y="1093928"/>
            <a:ext cx="8338340" cy="968375"/>
          </a:xfrm>
          <a:prstGeom prst="rect">
            <a:avLst/>
          </a:prstGeom>
        </p:spPr>
        <p:txBody>
          <a:bodyPr anchor="t" rtlCol="false" tIns="0" lIns="0" bIns="0" rIns="0">
            <a:spAutoFit/>
          </a:bodyPr>
          <a:lstStyle/>
          <a:p>
            <a:pPr algn="l">
              <a:lnSpc>
                <a:spcPts val="7000"/>
              </a:lnSpc>
            </a:pPr>
            <a:r>
              <a:rPr lang="en-US" sz="5000">
                <a:solidFill>
                  <a:srgbClr val="FF983D"/>
                </a:solidFill>
                <a:latin typeface="Retropix"/>
                <a:ea typeface="Retropix"/>
                <a:cs typeface="Retropix"/>
                <a:sym typeface="Retropix"/>
              </a:rPr>
              <a:t>Factores clave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7081E"/>
        </a:solidFill>
      </p:bgPr>
    </p:bg>
    <p:spTree>
      <p:nvGrpSpPr>
        <p:cNvPr id="1" name=""/>
        <p:cNvGrpSpPr/>
        <p:nvPr/>
      </p:nvGrpSpPr>
      <p:grpSpPr>
        <a:xfrm>
          <a:off x="0" y="0"/>
          <a:ext cx="0" cy="0"/>
          <a:chOff x="0" y="0"/>
          <a:chExt cx="0" cy="0"/>
        </a:xfrm>
      </p:grpSpPr>
      <p:grpSp>
        <p:nvGrpSpPr>
          <p:cNvPr name="Group 2" id="2"/>
          <p:cNvGrpSpPr/>
          <p:nvPr/>
        </p:nvGrpSpPr>
        <p:grpSpPr>
          <a:xfrm rot="0">
            <a:off x="9230232" y="1805979"/>
            <a:ext cx="8029068" cy="2283904"/>
            <a:chOff x="0" y="0"/>
            <a:chExt cx="10705424" cy="3045205"/>
          </a:xfrm>
        </p:grpSpPr>
        <p:grpSp>
          <p:nvGrpSpPr>
            <p:cNvPr name="Group 3" id="3"/>
            <p:cNvGrpSpPr/>
            <p:nvPr/>
          </p:nvGrpSpPr>
          <p:grpSpPr>
            <a:xfrm rot="0">
              <a:off x="0" y="0"/>
              <a:ext cx="10705424" cy="3045205"/>
              <a:chOff x="0" y="0"/>
              <a:chExt cx="2114652" cy="601522"/>
            </a:xfrm>
          </p:grpSpPr>
          <p:sp>
            <p:nvSpPr>
              <p:cNvPr name="Freeform 4" id="4"/>
              <p:cNvSpPr/>
              <p:nvPr/>
            </p:nvSpPr>
            <p:spPr>
              <a:xfrm flipH="false" flipV="false" rot="0">
                <a:off x="0" y="0"/>
                <a:ext cx="2114652" cy="601522"/>
              </a:xfrm>
              <a:custGeom>
                <a:avLst/>
                <a:gdLst/>
                <a:ahLst/>
                <a:cxnLst/>
                <a:rect r="r" b="b" t="t" l="l"/>
                <a:pathLst>
                  <a:path h="601522" w="2114652">
                    <a:moveTo>
                      <a:pt x="0" y="0"/>
                    </a:moveTo>
                    <a:lnTo>
                      <a:pt x="2114652" y="0"/>
                    </a:lnTo>
                    <a:lnTo>
                      <a:pt x="2114652" y="601522"/>
                    </a:lnTo>
                    <a:lnTo>
                      <a:pt x="0" y="601522"/>
                    </a:lnTo>
                    <a:close/>
                  </a:path>
                </a:pathLst>
              </a:custGeom>
              <a:solidFill>
                <a:srgbClr val="3A124D"/>
              </a:solidFill>
              <a:ln cap="sq">
                <a:noFill/>
                <a:prstDash val="solid"/>
                <a:miter/>
              </a:ln>
            </p:spPr>
          </p:sp>
          <p:sp>
            <p:nvSpPr>
              <p:cNvPr name="TextBox 5" id="5"/>
              <p:cNvSpPr txBox="true"/>
              <p:nvPr/>
            </p:nvSpPr>
            <p:spPr>
              <a:xfrm>
                <a:off x="0" y="-57150"/>
                <a:ext cx="2114652" cy="658672"/>
              </a:xfrm>
              <a:prstGeom prst="rect">
                <a:avLst/>
              </a:prstGeom>
            </p:spPr>
            <p:txBody>
              <a:bodyPr anchor="ctr" rtlCol="false" tIns="50800" lIns="50800" bIns="50800" rIns="50800"/>
              <a:lstStyle/>
              <a:p>
                <a:pPr algn="ctr" marL="0" indent="0" lvl="0">
                  <a:lnSpc>
                    <a:spcPts val="2952"/>
                  </a:lnSpc>
                  <a:spcBef>
                    <a:spcPct val="0"/>
                  </a:spcBef>
                </a:pPr>
              </a:p>
            </p:txBody>
          </p:sp>
        </p:grpSp>
        <p:sp>
          <p:nvSpPr>
            <p:cNvPr name="TextBox 6" id="6"/>
            <p:cNvSpPr txBox="true"/>
            <p:nvPr/>
          </p:nvSpPr>
          <p:spPr>
            <a:xfrm rot="0">
              <a:off x="615248" y="398237"/>
              <a:ext cx="9735453" cy="654685"/>
            </a:xfrm>
            <a:prstGeom prst="rect">
              <a:avLst/>
            </a:prstGeom>
          </p:spPr>
          <p:txBody>
            <a:bodyPr anchor="t" rtlCol="false" tIns="0" lIns="0" bIns="0" rIns="0">
              <a:spAutoFit/>
            </a:bodyPr>
            <a:lstStyle/>
            <a:p>
              <a:pPr algn="l" marL="0" indent="0" lvl="0">
                <a:lnSpc>
                  <a:spcPts val="3390"/>
                </a:lnSpc>
                <a:spcBef>
                  <a:spcPct val="0"/>
                </a:spcBef>
              </a:pPr>
              <a:r>
                <a:rPr lang="en-US" sz="3000" spc="177">
                  <a:solidFill>
                    <a:srgbClr val="FF983D"/>
                  </a:solidFill>
                  <a:latin typeface="Retropix"/>
                  <a:ea typeface="Retropix"/>
                  <a:cs typeface="Retropix"/>
                  <a:sym typeface="Retropix"/>
                </a:rPr>
                <a:t>F</a:t>
              </a:r>
              <a:r>
                <a:rPr lang="en-US" sz="3000" spc="177" strike="noStrike" u="none">
                  <a:solidFill>
                    <a:srgbClr val="FF983D"/>
                  </a:solidFill>
                  <a:latin typeface="Retropix"/>
                  <a:ea typeface="Retropix"/>
                  <a:cs typeface="Retropix"/>
                  <a:sym typeface="Retropix"/>
                </a:rPr>
                <a:t>ase 1 - Recopilación</a:t>
              </a:r>
            </a:p>
          </p:txBody>
        </p:sp>
        <p:sp>
          <p:nvSpPr>
            <p:cNvPr name="TextBox 7" id="7"/>
            <p:cNvSpPr txBox="true"/>
            <p:nvPr/>
          </p:nvSpPr>
          <p:spPr>
            <a:xfrm rot="0">
              <a:off x="615248" y="1330232"/>
              <a:ext cx="9735453" cy="1269111"/>
            </a:xfrm>
            <a:prstGeom prst="rect">
              <a:avLst/>
            </a:prstGeom>
          </p:spPr>
          <p:txBody>
            <a:bodyPr anchor="t" rtlCol="false" tIns="0" lIns="0" bIns="0" rIns="0">
              <a:spAutoFit/>
            </a:bodyPr>
            <a:lstStyle/>
            <a:p>
              <a:pPr algn="l" marL="0" indent="0" lvl="0">
                <a:lnSpc>
                  <a:spcPts val="2483"/>
                </a:lnSpc>
                <a:spcBef>
                  <a:spcPct val="0"/>
                </a:spcBef>
              </a:pPr>
              <a:r>
                <a:rPr lang="en-US" sz="1800" strike="noStrike" u="none">
                  <a:solidFill>
                    <a:srgbClr val="C7C2EF"/>
                  </a:solidFill>
                  <a:latin typeface="ITC Avant Garde Gothic"/>
                  <a:ea typeface="ITC Avant Garde Gothic"/>
                  <a:cs typeface="ITC Avant Garde Gothic"/>
                  <a:sym typeface="ITC Avant Garde Gothic"/>
                </a:rPr>
                <a:t>Lorem ipsum dolor sit amet, consectetur adipiscing elit. </a:t>
              </a:r>
            </a:p>
            <a:p>
              <a:pPr algn="l" marL="0" indent="0" lvl="0">
                <a:lnSpc>
                  <a:spcPts val="2483"/>
                </a:lnSpc>
                <a:spcBef>
                  <a:spcPct val="0"/>
                </a:spcBef>
              </a:pPr>
              <a:r>
                <a:rPr lang="en-US" sz="1800" strike="noStrike" u="none">
                  <a:solidFill>
                    <a:srgbClr val="C7C2EF"/>
                  </a:solidFill>
                  <a:latin typeface="ITC Avant Garde Gothic"/>
                  <a:ea typeface="ITC Avant Garde Gothic"/>
                  <a:cs typeface="ITC Avant Garde Gothic"/>
                  <a:sym typeface="ITC Avant Garde Gothic"/>
                </a:rPr>
                <a:t>Ut a enim nec nisl ullamcorper eleifend. Praesent risus leo, fringilla et nulla at, egestas euismod orci. </a:t>
              </a:r>
            </a:p>
          </p:txBody>
        </p:sp>
      </p:grpSp>
      <p:grpSp>
        <p:nvGrpSpPr>
          <p:cNvPr name="Group 8" id="8"/>
          <p:cNvGrpSpPr/>
          <p:nvPr/>
        </p:nvGrpSpPr>
        <p:grpSpPr>
          <a:xfrm rot="0">
            <a:off x="9230232" y="4414476"/>
            <a:ext cx="8029068" cy="2283904"/>
            <a:chOff x="0" y="0"/>
            <a:chExt cx="10705424" cy="3045205"/>
          </a:xfrm>
        </p:grpSpPr>
        <p:grpSp>
          <p:nvGrpSpPr>
            <p:cNvPr name="Group 9" id="9"/>
            <p:cNvGrpSpPr/>
            <p:nvPr/>
          </p:nvGrpSpPr>
          <p:grpSpPr>
            <a:xfrm rot="0">
              <a:off x="0" y="0"/>
              <a:ext cx="10705424" cy="3045205"/>
              <a:chOff x="0" y="0"/>
              <a:chExt cx="2114652" cy="601522"/>
            </a:xfrm>
          </p:grpSpPr>
          <p:sp>
            <p:nvSpPr>
              <p:cNvPr name="Freeform 10" id="10"/>
              <p:cNvSpPr/>
              <p:nvPr/>
            </p:nvSpPr>
            <p:spPr>
              <a:xfrm flipH="false" flipV="false" rot="0">
                <a:off x="0" y="0"/>
                <a:ext cx="2114652" cy="601522"/>
              </a:xfrm>
              <a:custGeom>
                <a:avLst/>
                <a:gdLst/>
                <a:ahLst/>
                <a:cxnLst/>
                <a:rect r="r" b="b" t="t" l="l"/>
                <a:pathLst>
                  <a:path h="601522" w="2114652">
                    <a:moveTo>
                      <a:pt x="0" y="0"/>
                    </a:moveTo>
                    <a:lnTo>
                      <a:pt x="2114652" y="0"/>
                    </a:lnTo>
                    <a:lnTo>
                      <a:pt x="2114652" y="601522"/>
                    </a:lnTo>
                    <a:lnTo>
                      <a:pt x="0" y="601522"/>
                    </a:lnTo>
                    <a:close/>
                  </a:path>
                </a:pathLst>
              </a:custGeom>
              <a:solidFill>
                <a:srgbClr val="3A124D"/>
              </a:solidFill>
              <a:ln cap="sq">
                <a:noFill/>
                <a:prstDash val="solid"/>
                <a:miter/>
              </a:ln>
            </p:spPr>
          </p:sp>
          <p:sp>
            <p:nvSpPr>
              <p:cNvPr name="TextBox 11" id="11"/>
              <p:cNvSpPr txBox="true"/>
              <p:nvPr/>
            </p:nvSpPr>
            <p:spPr>
              <a:xfrm>
                <a:off x="0" y="-57150"/>
                <a:ext cx="2114652" cy="658672"/>
              </a:xfrm>
              <a:prstGeom prst="rect">
                <a:avLst/>
              </a:prstGeom>
            </p:spPr>
            <p:txBody>
              <a:bodyPr anchor="ctr" rtlCol="false" tIns="50800" lIns="50800" bIns="50800" rIns="50800"/>
              <a:lstStyle/>
              <a:p>
                <a:pPr algn="ctr" marL="0" indent="0" lvl="0">
                  <a:lnSpc>
                    <a:spcPts val="2952"/>
                  </a:lnSpc>
                  <a:spcBef>
                    <a:spcPct val="0"/>
                  </a:spcBef>
                </a:pPr>
              </a:p>
            </p:txBody>
          </p:sp>
        </p:grpSp>
        <p:sp>
          <p:nvSpPr>
            <p:cNvPr name="TextBox 12" id="12"/>
            <p:cNvSpPr txBox="true"/>
            <p:nvPr/>
          </p:nvSpPr>
          <p:spPr>
            <a:xfrm rot="0">
              <a:off x="615248" y="398237"/>
              <a:ext cx="9735453" cy="654685"/>
            </a:xfrm>
            <a:prstGeom prst="rect">
              <a:avLst/>
            </a:prstGeom>
          </p:spPr>
          <p:txBody>
            <a:bodyPr anchor="t" rtlCol="false" tIns="0" lIns="0" bIns="0" rIns="0">
              <a:spAutoFit/>
            </a:bodyPr>
            <a:lstStyle/>
            <a:p>
              <a:pPr algn="l" marL="0" indent="0" lvl="0">
                <a:lnSpc>
                  <a:spcPts val="3390"/>
                </a:lnSpc>
                <a:spcBef>
                  <a:spcPct val="0"/>
                </a:spcBef>
              </a:pPr>
              <a:r>
                <a:rPr lang="en-US" sz="3000" spc="177">
                  <a:solidFill>
                    <a:srgbClr val="FF983D"/>
                  </a:solidFill>
                  <a:latin typeface="Retropix"/>
                  <a:ea typeface="Retropix"/>
                  <a:cs typeface="Retropix"/>
                  <a:sym typeface="Retropix"/>
                </a:rPr>
                <a:t>F</a:t>
              </a:r>
              <a:r>
                <a:rPr lang="en-US" sz="3000" spc="177" strike="noStrike" u="none">
                  <a:solidFill>
                    <a:srgbClr val="FF983D"/>
                  </a:solidFill>
                  <a:latin typeface="Retropix"/>
                  <a:ea typeface="Retropix"/>
                  <a:cs typeface="Retropix"/>
                  <a:sym typeface="Retropix"/>
                </a:rPr>
                <a:t>ase 2 - Exportación de datos </a:t>
              </a:r>
            </a:p>
          </p:txBody>
        </p:sp>
        <p:sp>
          <p:nvSpPr>
            <p:cNvPr name="TextBox 13" id="13"/>
            <p:cNvSpPr txBox="true"/>
            <p:nvPr/>
          </p:nvSpPr>
          <p:spPr>
            <a:xfrm rot="0">
              <a:off x="615248" y="1330232"/>
              <a:ext cx="9735453" cy="1269111"/>
            </a:xfrm>
            <a:prstGeom prst="rect">
              <a:avLst/>
            </a:prstGeom>
          </p:spPr>
          <p:txBody>
            <a:bodyPr anchor="t" rtlCol="false" tIns="0" lIns="0" bIns="0" rIns="0">
              <a:spAutoFit/>
            </a:bodyPr>
            <a:lstStyle/>
            <a:p>
              <a:pPr algn="l" marL="0" indent="0" lvl="0">
                <a:lnSpc>
                  <a:spcPts val="2483"/>
                </a:lnSpc>
                <a:spcBef>
                  <a:spcPct val="0"/>
                </a:spcBef>
              </a:pPr>
              <a:r>
                <a:rPr lang="en-US" sz="1800" strike="noStrike" u="none">
                  <a:solidFill>
                    <a:srgbClr val="C7C2EF"/>
                  </a:solidFill>
                  <a:latin typeface="ITC Avant Garde Gothic"/>
                  <a:ea typeface="ITC Avant Garde Gothic"/>
                  <a:cs typeface="ITC Avant Garde Gothic"/>
                  <a:sym typeface="ITC Avant Garde Gothic"/>
                </a:rPr>
                <a:t>Lorem ipsum dolor sit amet, consectetur adipiscing elit. </a:t>
              </a:r>
            </a:p>
            <a:p>
              <a:pPr algn="l" marL="0" indent="0" lvl="0">
                <a:lnSpc>
                  <a:spcPts val="2483"/>
                </a:lnSpc>
                <a:spcBef>
                  <a:spcPct val="0"/>
                </a:spcBef>
              </a:pPr>
              <a:r>
                <a:rPr lang="en-US" sz="1800" strike="noStrike" u="none">
                  <a:solidFill>
                    <a:srgbClr val="C7C2EF"/>
                  </a:solidFill>
                  <a:latin typeface="ITC Avant Garde Gothic"/>
                  <a:ea typeface="ITC Avant Garde Gothic"/>
                  <a:cs typeface="ITC Avant Garde Gothic"/>
                  <a:sym typeface="ITC Avant Garde Gothic"/>
                </a:rPr>
                <a:t>Ut a enim nec nisl ullamcorper eleifend. Praesent risus leo, fringilla et nulla at, egestas euismod orci. </a:t>
              </a:r>
            </a:p>
          </p:txBody>
        </p:sp>
      </p:grpSp>
      <p:grpSp>
        <p:nvGrpSpPr>
          <p:cNvPr name="Group 14" id="14"/>
          <p:cNvGrpSpPr/>
          <p:nvPr/>
        </p:nvGrpSpPr>
        <p:grpSpPr>
          <a:xfrm rot="0">
            <a:off x="9230232" y="7022973"/>
            <a:ext cx="8029068" cy="2283904"/>
            <a:chOff x="0" y="0"/>
            <a:chExt cx="10705424" cy="3045205"/>
          </a:xfrm>
        </p:grpSpPr>
        <p:grpSp>
          <p:nvGrpSpPr>
            <p:cNvPr name="Group 15" id="15"/>
            <p:cNvGrpSpPr/>
            <p:nvPr/>
          </p:nvGrpSpPr>
          <p:grpSpPr>
            <a:xfrm rot="0">
              <a:off x="0" y="0"/>
              <a:ext cx="10705424" cy="3045205"/>
              <a:chOff x="0" y="0"/>
              <a:chExt cx="2114652" cy="601522"/>
            </a:xfrm>
          </p:grpSpPr>
          <p:sp>
            <p:nvSpPr>
              <p:cNvPr name="Freeform 16" id="16"/>
              <p:cNvSpPr/>
              <p:nvPr/>
            </p:nvSpPr>
            <p:spPr>
              <a:xfrm flipH="false" flipV="false" rot="0">
                <a:off x="0" y="0"/>
                <a:ext cx="2114652" cy="601522"/>
              </a:xfrm>
              <a:custGeom>
                <a:avLst/>
                <a:gdLst/>
                <a:ahLst/>
                <a:cxnLst/>
                <a:rect r="r" b="b" t="t" l="l"/>
                <a:pathLst>
                  <a:path h="601522" w="2114652">
                    <a:moveTo>
                      <a:pt x="0" y="0"/>
                    </a:moveTo>
                    <a:lnTo>
                      <a:pt x="2114652" y="0"/>
                    </a:lnTo>
                    <a:lnTo>
                      <a:pt x="2114652" y="601522"/>
                    </a:lnTo>
                    <a:lnTo>
                      <a:pt x="0" y="601522"/>
                    </a:lnTo>
                    <a:close/>
                  </a:path>
                </a:pathLst>
              </a:custGeom>
              <a:solidFill>
                <a:srgbClr val="3A124D"/>
              </a:solidFill>
              <a:ln cap="sq">
                <a:noFill/>
                <a:prstDash val="solid"/>
                <a:miter/>
              </a:ln>
            </p:spPr>
          </p:sp>
          <p:sp>
            <p:nvSpPr>
              <p:cNvPr name="TextBox 17" id="17"/>
              <p:cNvSpPr txBox="true"/>
              <p:nvPr/>
            </p:nvSpPr>
            <p:spPr>
              <a:xfrm>
                <a:off x="0" y="-57150"/>
                <a:ext cx="2114652" cy="658672"/>
              </a:xfrm>
              <a:prstGeom prst="rect">
                <a:avLst/>
              </a:prstGeom>
            </p:spPr>
            <p:txBody>
              <a:bodyPr anchor="ctr" rtlCol="false" tIns="50800" lIns="50800" bIns="50800" rIns="50800"/>
              <a:lstStyle/>
              <a:p>
                <a:pPr algn="ctr" marL="0" indent="0" lvl="0">
                  <a:lnSpc>
                    <a:spcPts val="2952"/>
                  </a:lnSpc>
                  <a:spcBef>
                    <a:spcPct val="0"/>
                  </a:spcBef>
                </a:pPr>
              </a:p>
            </p:txBody>
          </p:sp>
        </p:grpSp>
        <p:sp>
          <p:nvSpPr>
            <p:cNvPr name="TextBox 18" id="18"/>
            <p:cNvSpPr txBox="true"/>
            <p:nvPr/>
          </p:nvSpPr>
          <p:spPr>
            <a:xfrm rot="0">
              <a:off x="615248" y="398237"/>
              <a:ext cx="9735453" cy="654685"/>
            </a:xfrm>
            <a:prstGeom prst="rect">
              <a:avLst/>
            </a:prstGeom>
          </p:spPr>
          <p:txBody>
            <a:bodyPr anchor="t" rtlCol="false" tIns="0" lIns="0" bIns="0" rIns="0">
              <a:spAutoFit/>
            </a:bodyPr>
            <a:lstStyle/>
            <a:p>
              <a:pPr algn="l" marL="0" indent="0" lvl="0">
                <a:lnSpc>
                  <a:spcPts val="3390"/>
                </a:lnSpc>
                <a:spcBef>
                  <a:spcPct val="0"/>
                </a:spcBef>
              </a:pPr>
              <a:r>
                <a:rPr lang="en-US" sz="3000" spc="177">
                  <a:solidFill>
                    <a:srgbClr val="FF983D"/>
                  </a:solidFill>
                  <a:latin typeface="Retropix"/>
                  <a:ea typeface="Retropix"/>
                  <a:cs typeface="Retropix"/>
                  <a:sym typeface="Retropix"/>
                </a:rPr>
                <a:t>F</a:t>
              </a:r>
              <a:r>
                <a:rPr lang="en-US" sz="3000" spc="177" strike="noStrike" u="none">
                  <a:solidFill>
                    <a:srgbClr val="FF983D"/>
                  </a:solidFill>
                  <a:latin typeface="Retropix"/>
                  <a:ea typeface="Retropix"/>
                  <a:cs typeface="Retropix"/>
                  <a:sym typeface="Retropix"/>
                </a:rPr>
                <a:t>ase 3 - Estudio</a:t>
              </a:r>
            </a:p>
          </p:txBody>
        </p:sp>
        <p:sp>
          <p:nvSpPr>
            <p:cNvPr name="TextBox 19" id="19"/>
            <p:cNvSpPr txBox="true"/>
            <p:nvPr/>
          </p:nvSpPr>
          <p:spPr>
            <a:xfrm rot="0">
              <a:off x="615248" y="1330232"/>
              <a:ext cx="9735453" cy="1269111"/>
            </a:xfrm>
            <a:prstGeom prst="rect">
              <a:avLst/>
            </a:prstGeom>
          </p:spPr>
          <p:txBody>
            <a:bodyPr anchor="t" rtlCol="false" tIns="0" lIns="0" bIns="0" rIns="0">
              <a:spAutoFit/>
            </a:bodyPr>
            <a:lstStyle/>
            <a:p>
              <a:pPr algn="l" marL="0" indent="0" lvl="0">
                <a:lnSpc>
                  <a:spcPts val="2483"/>
                </a:lnSpc>
                <a:spcBef>
                  <a:spcPct val="0"/>
                </a:spcBef>
              </a:pPr>
              <a:r>
                <a:rPr lang="en-US" sz="1800" strike="noStrike" u="none">
                  <a:solidFill>
                    <a:srgbClr val="C7C2EF"/>
                  </a:solidFill>
                  <a:latin typeface="ITC Avant Garde Gothic"/>
                  <a:ea typeface="ITC Avant Garde Gothic"/>
                  <a:cs typeface="ITC Avant Garde Gothic"/>
                  <a:sym typeface="ITC Avant Garde Gothic"/>
                </a:rPr>
                <a:t>Lorem ipsum dolor sit amet, consectetur adipiscing elit. </a:t>
              </a:r>
            </a:p>
            <a:p>
              <a:pPr algn="l" marL="0" indent="0" lvl="0">
                <a:lnSpc>
                  <a:spcPts val="2483"/>
                </a:lnSpc>
                <a:spcBef>
                  <a:spcPct val="0"/>
                </a:spcBef>
              </a:pPr>
              <a:r>
                <a:rPr lang="en-US" sz="1800" strike="noStrike" u="none">
                  <a:solidFill>
                    <a:srgbClr val="C7C2EF"/>
                  </a:solidFill>
                  <a:latin typeface="ITC Avant Garde Gothic"/>
                  <a:ea typeface="ITC Avant Garde Gothic"/>
                  <a:cs typeface="ITC Avant Garde Gothic"/>
                  <a:sym typeface="ITC Avant Garde Gothic"/>
                </a:rPr>
                <a:t>Ut a enim nec nisl ullamcorper eleifend. Praesent risus leo, fringilla et nulla at, egestas euismod orci. </a:t>
              </a:r>
            </a:p>
          </p:txBody>
        </p:sp>
      </p:grpSp>
      <p:sp>
        <p:nvSpPr>
          <p:cNvPr name="Freeform 20" id="20"/>
          <p:cNvSpPr/>
          <p:nvPr/>
        </p:nvSpPr>
        <p:spPr>
          <a:xfrm flipH="false" flipV="false" rot="4993892">
            <a:off x="-548600" y="6107176"/>
            <a:ext cx="6108203" cy="6541583"/>
          </a:xfrm>
          <a:custGeom>
            <a:avLst/>
            <a:gdLst/>
            <a:ahLst/>
            <a:cxnLst/>
            <a:rect r="r" b="b" t="t" l="l"/>
            <a:pathLst>
              <a:path h="6541583" w="6108203">
                <a:moveTo>
                  <a:pt x="0" y="0"/>
                </a:moveTo>
                <a:lnTo>
                  <a:pt x="6108203" y="0"/>
                </a:lnTo>
                <a:lnTo>
                  <a:pt x="6108203" y="6541582"/>
                </a:lnTo>
                <a:lnTo>
                  <a:pt x="0" y="65415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21" id="21"/>
          <p:cNvSpPr/>
          <p:nvPr/>
        </p:nvSpPr>
        <p:spPr>
          <a:xfrm flipH="false" flipV="false" rot="0">
            <a:off x="2505502" y="6183918"/>
            <a:ext cx="2475738" cy="4255174"/>
          </a:xfrm>
          <a:custGeom>
            <a:avLst/>
            <a:gdLst/>
            <a:ahLst/>
            <a:cxnLst/>
            <a:rect r="r" b="b" t="t" l="l"/>
            <a:pathLst>
              <a:path h="4255174" w="2475738">
                <a:moveTo>
                  <a:pt x="0" y="0"/>
                </a:moveTo>
                <a:lnTo>
                  <a:pt x="2475738" y="0"/>
                </a:lnTo>
                <a:lnTo>
                  <a:pt x="2475738" y="4255175"/>
                </a:lnTo>
                <a:lnTo>
                  <a:pt x="0" y="42551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2" id="22"/>
          <p:cNvSpPr txBox="true"/>
          <p:nvPr/>
        </p:nvSpPr>
        <p:spPr>
          <a:xfrm rot="0">
            <a:off x="1173858" y="1596429"/>
            <a:ext cx="6499668" cy="968375"/>
          </a:xfrm>
          <a:prstGeom prst="rect">
            <a:avLst/>
          </a:prstGeom>
        </p:spPr>
        <p:txBody>
          <a:bodyPr anchor="t" rtlCol="false" tIns="0" lIns="0" bIns="0" rIns="0">
            <a:spAutoFit/>
          </a:bodyPr>
          <a:lstStyle/>
          <a:p>
            <a:pPr algn="l" marL="0" indent="0" lvl="0">
              <a:lnSpc>
                <a:spcPts val="7000"/>
              </a:lnSpc>
              <a:spcBef>
                <a:spcPct val="0"/>
              </a:spcBef>
            </a:pPr>
            <a:r>
              <a:rPr lang="en-US" sz="5000" strike="noStrike" u="none">
                <a:solidFill>
                  <a:srgbClr val="FF983D"/>
                </a:solidFill>
                <a:latin typeface="Retropix"/>
                <a:ea typeface="Retropix"/>
                <a:cs typeface="Retropix"/>
                <a:sym typeface="Retropix"/>
              </a:rPr>
              <a:t>Las fases</a:t>
            </a:r>
          </a:p>
        </p:txBody>
      </p:sp>
      <p:sp>
        <p:nvSpPr>
          <p:cNvPr name="TextBox 23" id="23"/>
          <p:cNvSpPr txBox="true"/>
          <p:nvPr/>
        </p:nvSpPr>
        <p:spPr>
          <a:xfrm rot="0">
            <a:off x="1173858" y="2652433"/>
            <a:ext cx="7019928" cy="2854325"/>
          </a:xfrm>
          <a:prstGeom prst="rect">
            <a:avLst/>
          </a:prstGeom>
        </p:spPr>
        <p:txBody>
          <a:bodyPr anchor="t" rtlCol="false" tIns="0" lIns="0" bIns="0" rIns="0">
            <a:spAutoFit/>
          </a:bodyPr>
          <a:lstStyle/>
          <a:p>
            <a:pPr algn="l" marL="0" indent="0" lvl="0">
              <a:lnSpc>
                <a:spcPts val="2800"/>
              </a:lnSpc>
              <a:spcBef>
                <a:spcPct val="0"/>
              </a:spcBef>
            </a:pPr>
            <a:r>
              <a:rPr lang="en-US" sz="2000" spc="154" strike="noStrike" u="none">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Praesent risus leo, fringilla et nulla at, egestas euismod orci. </a:t>
            </a:r>
          </a:p>
          <a:p>
            <a:pPr algn="l" marL="0" indent="0" lvl="0">
              <a:lnSpc>
                <a:spcPts val="2800"/>
              </a:lnSpc>
              <a:spcBef>
                <a:spcPct val="0"/>
              </a:spcBef>
            </a:pPr>
          </a:p>
          <a:p>
            <a:pPr algn="l" marL="0" indent="0" lvl="0">
              <a:lnSpc>
                <a:spcPts val="2800"/>
              </a:lnSpc>
              <a:spcBef>
                <a:spcPct val="0"/>
              </a:spcBef>
            </a:pPr>
            <a:r>
              <a:rPr lang="en-US" sz="2000" spc="154" strike="noStrike" u="none">
                <a:solidFill>
                  <a:srgbClr val="C7C2EF"/>
                </a:solidFill>
                <a:latin typeface="ITC Avant Garde Gothic"/>
                <a:ea typeface="ITC Avant Garde Gothic"/>
                <a:cs typeface="ITC Avant Garde Gothic"/>
                <a:sym typeface="ITC Avant Garde Gothic"/>
              </a:rPr>
              <a:t>Suspendisse porttitor diam eu condimentum aliquam. Fusce interdum cursus nisl ut rutrum. Donec et sapien sit amet nisl pretium efficitur.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7081E"/>
        </a:solidFill>
      </p:bgPr>
    </p:bg>
    <p:spTree>
      <p:nvGrpSpPr>
        <p:cNvPr id="1" name=""/>
        <p:cNvGrpSpPr/>
        <p:nvPr/>
      </p:nvGrpSpPr>
      <p:grpSpPr>
        <a:xfrm>
          <a:off x="0" y="0"/>
          <a:ext cx="0" cy="0"/>
          <a:chOff x="0" y="0"/>
          <a:chExt cx="0" cy="0"/>
        </a:xfrm>
      </p:grpSpPr>
      <p:grpSp>
        <p:nvGrpSpPr>
          <p:cNvPr name="Group 2" id="2"/>
          <p:cNvGrpSpPr/>
          <p:nvPr/>
        </p:nvGrpSpPr>
        <p:grpSpPr>
          <a:xfrm rot="0">
            <a:off x="1830242" y="2160925"/>
            <a:ext cx="7393861" cy="6850975"/>
            <a:chOff x="0" y="0"/>
            <a:chExt cx="9858482" cy="9134634"/>
          </a:xfrm>
        </p:grpSpPr>
        <p:grpSp>
          <p:nvGrpSpPr>
            <p:cNvPr name="Group 3" id="3"/>
            <p:cNvGrpSpPr/>
            <p:nvPr/>
          </p:nvGrpSpPr>
          <p:grpSpPr>
            <a:xfrm rot="0">
              <a:off x="0" y="0"/>
              <a:ext cx="9858482" cy="9134634"/>
              <a:chOff x="0" y="0"/>
              <a:chExt cx="1947354" cy="1804372"/>
            </a:xfrm>
          </p:grpSpPr>
          <p:sp>
            <p:nvSpPr>
              <p:cNvPr name="Freeform 4" id="4"/>
              <p:cNvSpPr/>
              <p:nvPr/>
            </p:nvSpPr>
            <p:spPr>
              <a:xfrm flipH="false" flipV="false" rot="0">
                <a:off x="0" y="0"/>
                <a:ext cx="1947354" cy="1804372"/>
              </a:xfrm>
              <a:custGeom>
                <a:avLst/>
                <a:gdLst/>
                <a:ahLst/>
                <a:cxnLst/>
                <a:rect r="r" b="b" t="t" l="l"/>
                <a:pathLst>
                  <a:path h="1804372" w="1947354">
                    <a:moveTo>
                      <a:pt x="0" y="0"/>
                    </a:moveTo>
                    <a:lnTo>
                      <a:pt x="1947354" y="0"/>
                    </a:lnTo>
                    <a:lnTo>
                      <a:pt x="1947354" y="1804372"/>
                    </a:lnTo>
                    <a:lnTo>
                      <a:pt x="0" y="1804372"/>
                    </a:lnTo>
                    <a:close/>
                  </a:path>
                </a:pathLst>
              </a:custGeom>
              <a:solidFill>
                <a:srgbClr val="3A124D"/>
              </a:solidFill>
              <a:ln cap="sq">
                <a:noFill/>
                <a:prstDash val="solid"/>
                <a:miter/>
              </a:ln>
            </p:spPr>
          </p:sp>
          <p:sp>
            <p:nvSpPr>
              <p:cNvPr name="TextBox 5" id="5"/>
              <p:cNvSpPr txBox="true"/>
              <p:nvPr/>
            </p:nvSpPr>
            <p:spPr>
              <a:xfrm>
                <a:off x="0" y="-57150"/>
                <a:ext cx="1947354" cy="1861522"/>
              </a:xfrm>
              <a:prstGeom prst="rect">
                <a:avLst/>
              </a:prstGeom>
            </p:spPr>
            <p:txBody>
              <a:bodyPr anchor="ctr" rtlCol="false" tIns="50800" lIns="50800" bIns="50800" rIns="50800"/>
              <a:lstStyle/>
              <a:p>
                <a:pPr algn="ctr" marL="0" indent="0" lvl="0">
                  <a:lnSpc>
                    <a:spcPts val="2952"/>
                  </a:lnSpc>
                  <a:spcBef>
                    <a:spcPct val="0"/>
                  </a:spcBef>
                </a:pPr>
              </a:p>
            </p:txBody>
          </p:sp>
        </p:grpSp>
        <p:sp>
          <p:nvSpPr>
            <p:cNvPr name="TextBox 6" id="6"/>
            <p:cNvSpPr txBox="true"/>
            <p:nvPr/>
          </p:nvSpPr>
          <p:spPr>
            <a:xfrm rot="0">
              <a:off x="1160256" y="3729310"/>
              <a:ext cx="7842031" cy="4247092"/>
            </a:xfrm>
            <a:prstGeom prst="rect">
              <a:avLst/>
            </a:prstGeom>
          </p:spPr>
          <p:txBody>
            <a:bodyPr anchor="t" rtlCol="false" tIns="0" lIns="0" bIns="0" rIns="0">
              <a:spAutoFit/>
            </a:bodyPr>
            <a:lstStyle/>
            <a:p>
              <a:pPr algn="l" marL="0" indent="0" lvl="0">
                <a:lnSpc>
                  <a:spcPts val="2800"/>
                </a:lnSpc>
                <a:spcBef>
                  <a:spcPct val="0"/>
                </a:spcBef>
              </a:pPr>
              <a:r>
                <a:rPr lang="en-US" sz="2000" spc="154" strike="noStrike" u="none">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Praesent risus leo, fringilla et nulla at, egestas euismod orci. </a:t>
              </a:r>
            </a:p>
            <a:p>
              <a:pPr algn="l" marL="0" indent="0" lvl="0">
                <a:lnSpc>
                  <a:spcPts val="2800"/>
                </a:lnSpc>
                <a:spcBef>
                  <a:spcPct val="0"/>
                </a:spcBef>
              </a:pPr>
            </a:p>
            <a:p>
              <a:pPr algn="l" marL="0" indent="0" lvl="0">
                <a:lnSpc>
                  <a:spcPts val="2800"/>
                </a:lnSpc>
                <a:spcBef>
                  <a:spcPct val="0"/>
                </a:spcBef>
              </a:pPr>
              <a:r>
                <a:rPr lang="en-US" sz="2000" spc="154" strike="noStrike" u="none">
                  <a:solidFill>
                    <a:srgbClr val="C7C2EF"/>
                  </a:solidFill>
                  <a:latin typeface="ITC Avant Garde Gothic"/>
                  <a:ea typeface="ITC Avant Garde Gothic"/>
                  <a:cs typeface="ITC Avant Garde Gothic"/>
                  <a:sym typeface="ITC Avant Garde Gothic"/>
                </a:rPr>
                <a:t>Suspendisse porttitor diam eu condimentum aliquam. Fusce interdum cursus nisl ut rutrum. Donec et sapien sit amet nisl pretium efficitur. </a:t>
              </a:r>
            </a:p>
          </p:txBody>
        </p:sp>
        <p:sp>
          <p:nvSpPr>
            <p:cNvPr name="TextBox 7" id="7"/>
            <p:cNvSpPr txBox="true"/>
            <p:nvPr/>
          </p:nvSpPr>
          <p:spPr>
            <a:xfrm rot="0">
              <a:off x="1160256" y="948682"/>
              <a:ext cx="7069536" cy="2402417"/>
            </a:xfrm>
            <a:prstGeom prst="rect">
              <a:avLst/>
            </a:prstGeom>
          </p:spPr>
          <p:txBody>
            <a:bodyPr anchor="t" rtlCol="false" tIns="0" lIns="0" bIns="0" rIns="0">
              <a:spAutoFit/>
            </a:bodyPr>
            <a:lstStyle/>
            <a:p>
              <a:pPr algn="l" marL="0" indent="0" lvl="0">
                <a:lnSpc>
                  <a:spcPts val="7000"/>
                </a:lnSpc>
                <a:spcBef>
                  <a:spcPct val="0"/>
                </a:spcBef>
              </a:pPr>
              <a:r>
                <a:rPr lang="en-US" sz="5000" strike="noStrike" u="none">
                  <a:solidFill>
                    <a:srgbClr val="FF983D"/>
                  </a:solidFill>
                  <a:latin typeface="Retropix"/>
                  <a:ea typeface="Retropix"/>
                  <a:cs typeface="Retropix"/>
                  <a:sym typeface="Retropix"/>
                </a:rPr>
                <a:t>Analizar los datos</a:t>
              </a:r>
            </a:p>
          </p:txBody>
        </p:sp>
      </p:grpSp>
      <p:sp>
        <p:nvSpPr>
          <p:cNvPr name="Freeform 8" id="8"/>
          <p:cNvSpPr/>
          <p:nvPr/>
        </p:nvSpPr>
        <p:spPr>
          <a:xfrm flipH="false" flipV="false" rot="4993892">
            <a:off x="13389024" y="2368419"/>
            <a:ext cx="8592001" cy="9201608"/>
          </a:xfrm>
          <a:custGeom>
            <a:avLst/>
            <a:gdLst/>
            <a:ahLst/>
            <a:cxnLst/>
            <a:rect r="r" b="b" t="t" l="l"/>
            <a:pathLst>
              <a:path h="9201608" w="8592001">
                <a:moveTo>
                  <a:pt x="0" y="0"/>
                </a:moveTo>
                <a:lnTo>
                  <a:pt x="8592001" y="0"/>
                </a:lnTo>
                <a:lnTo>
                  <a:pt x="8592001" y="9201608"/>
                </a:lnTo>
                <a:lnTo>
                  <a:pt x="0" y="92016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11165418" y="1840513"/>
            <a:ext cx="4287878" cy="6605974"/>
          </a:xfrm>
          <a:custGeom>
            <a:avLst/>
            <a:gdLst/>
            <a:ahLst/>
            <a:cxnLst/>
            <a:rect r="r" b="b" t="t" l="l"/>
            <a:pathLst>
              <a:path h="6605974" w="4287878">
                <a:moveTo>
                  <a:pt x="0" y="0"/>
                </a:moveTo>
                <a:lnTo>
                  <a:pt x="4287878" y="0"/>
                </a:lnTo>
                <a:lnTo>
                  <a:pt x="4287878" y="6605974"/>
                </a:lnTo>
                <a:lnTo>
                  <a:pt x="0" y="66059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7081E"/>
        </a:solidFill>
      </p:bgPr>
    </p:bg>
    <p:spTree>
      <p:nvGrpSpPr>
        <p:cNvPr id="1" name=""/>
        <p:cNvGrpSpPr/>
        <p:nvPr/>
      </p:nvGrpSpPr>
      <p:grpSpPr>
        <a:xfrm>
          <a:off x="0" y="0"/>
          <a:ext cx="0" cy="0"/>
          <a:chOff x="0" y="0"/>
          <a:chExt cx="0" cy="0"/>
        </a:xfrm>
      </p:grpSpPr>
      <p:grpSp>
        <p:nvGrpSpPr>
          <p:cNvPr name="Group 2" id="2"/>
          <p:cNvGrpSpPr/>
          <p:nvPr/>
        </p:nvGrpSpPr>
        <p:grpSpPr>
          <a:xfrm rot="0">
            <a:off x="818371" y="2495712"/>
            <a:ext cx="5269147" cy="3420723"/>
            <a:chOff x="0" y="0"/>
            <a:chExt cx="1387759" cy="900931"/>
          </a:xfrm>
        </p:grpSpPr>
        <p:sp>
          <p:nvSpPr>
            <p:cNvPr name="Freeform 3" id="3"/>
            <p:cNvSpPr/>
            <p:nvPr/>
          </p:nvSpPr>
          <p:spPr>
            <a:xfrm flipH="false" flipV="false" rot="0">
              <a:off x="0" y="0"/>
              <a:ext cx="1387759" cy="900931"/>
            </a:xfrm>
            <a:custGeom>
              <a:avLst/>
              <a:gdLst/>
              <a:ahLst/>
              <a:cxnLst/>
              <a:rect r="r" b="b" t="t" l="l"/>
              <a:pathLst>
                <a:path h="900931" w="1387759">
                  <a:moveTo>
                    <a:pt x="0" y="0"/>
                  </a:moveTo>
                  <a:lnTo>
                    <a:pt x="1387759" y="0"/>
                  </a:lnTo>
                  <a:lnTo>
                    <a:pt x="1387759" y="900931"/>
                  </a:lnTo>
                  <a:lnTo>
                    <a:pt x="0" y="900931"/>
                  </a:lnTo>
                  <a:close/>
                </a:path>
              </a:pathLst>
            </a:custGeom>
            <a:solidFill>
              <a:srgbClr val="3A124D"/>
            </a:solidFill>
            <a:ln cap="sq">
              <a:noFill/>
              <a:prstDash val="solid"/>
              <a:miter/>
            </a:ln>
          </p:spPr>
        </p:sp>
        <p:sp>
          <p:nvSpPr>
            <p:cNvPr name="TextBox 4" id="4"/>
            <p:cNvSpPr txBox="true"/>
            <p:nvPr/>
          </p:nvSpPr>
          <p:spPr>
            <a:xfrm>
              <a:off x="0" y="-57150"/>
              <a:ext cx="1387759" cy="958081"/>
            </a:xfrm>
            <a:prstGeom prst="rect">
              <a:avLst/>
            </a:prstGeom>
          </p:spPr>
          <p:txBody>
            <a:bodyPr anchor="ctr" rtlCol="false" tIns="50800" lIns="50800" bIns="50800" rIns="50800"/>
            <a:lstStyle/>
            <a:p>
              <a:pPr algn="ctr" marL="0" indent="0" lvl="0">
                <a:lnSpc>
                  <a:spcPts val="2952"/>
                </a:lnSpc>
                <a:spcBef>
                  <a:spcPct val="0"/>
                </a:spcBef>
              </a:pPr>
            </a:p>
          </p:txBody>
        </p:sp>
      </p:grpSp>
      <p:grpSp>
        <p:nvGrpSpPr>
          <p:cNvPr name="Group 5" id="5"/>
          <p:cNvGrpSpPr/>
          <p:nvPr/>
        </p:nvGrpSpPr>
        <p:grpSpPr>
          <a:xfrm rot="0">
            <a:off x="818371" y="6264210"/>
            <a:ext cx="5269147" cy="3420723"/>
            <a:chOff x="0" y="0"/>
            <a:chExt cx="1387759" cy="900931"/>
          </a:xfrm>
        </p:grpSpPr>
        <p:sp>
          <p:nvSpPr>
            <p:cNvPr name="Freeform 6" id="6"/>
            <p:cNvSpPr/>
            <p:nvPr/>
          </p:nvSpPr>
          <p:spPr>
            <a:xfrm flipH="false" flipV="false" rot="0">
              <a:off x="0" y="0"/>
              <a:ext cx="1387759" cy="900931"/>
            </a:xfrm>
            <a:custGeom>
              <a:avLst/>
              <a:gdLst/>
              <a:ahLst/>
              <a:cxnLst/>
              <a:rect r="r" b="b" t="t" l="l"/>
              <a:pathLst>
                <a:path h="900931" w="1387759">
                  <a:moveTo>
                    <a:pt x="0" y="0"/>
                  </a:moveTo>
                  <a:lnTo>
                    <a:pt x="1387759" y="0"/>
                  </a:lnTo>
                  <a:lnTo>
                    <a:pt x="1387759" y="900931"/>
                  </a:lnTo>
                  <a:lnTo>
                    <a:pt x="0" y="900931"/>
                  </a:lnTo>
                  <a:close/>
                </a:path>
              </a:pathLst>
            </a:custGeom>
            <a:solidFill>
              <a:srgbClr val="3A124D"/>
            </a:solidFill>
            <a:ln cap="sq">
              <a:noFill/>
              <a:prstDash val="solid"/>
              <a:miter/>
            </a:ln>
          </p:spPr>
        </p:sp>
        <p:sp>
          <p:nvSpPr>
            <p:cNvPr name="TextBox 7" id="7"/>
            <p:cNvSpPr txBox="true"/>
            <p:nvPr/>
          </p:nvSpPr>
          <p:spPr>
            <a:xfrm>
              <a:off x="0" y="-57150"/>
              <a:ext cx="1387759" cy="958081"/>
            </a:xfrm>
            <a:prstGeom prst="rect">
              <a:avLst/>
            </a:prstGeom>
          </p:spPr>
          <p:txBody>
            <a:bodyPr anchor="ctr" rtlCol="false" tIns="50800" lIns="50800" bIns="50800" rIns="50800"/>
            <a:lstStyle/>
            <a:p>
              <a:pPr algn="ctr" marL="0" indent="0" lvl="0">
                <a:lnSpc>
                  <a:spcPts val="2952"/>
                </a:lnSpc>
                <a:spcBef>
                  <a:spcPct val="0"/>
                </a:spcBef>
              </a:pPr>
            </a:p>
          </p:txBody>
        </p:sp>
      </p:grpSp>
      <p:grpSp>
        <p:nvGrpSpPr>
          <p:cNvPr name="Group 8" id="8"/>
          <p:cNvGrpSpPr/>
          <p:nvPr/>
        </p:nvGrpSpPr>
        <p:grpSpPr>
          <a:xfrm rot="0">
            <a:off x="6509426" y="2495712"/>
            <a:ext cx="5269147" cy="3420723"/>
            <a:chOff x="0" y="0"/>
            <a:chExt cx="1387759" cy="900931"/>
          </a:xfrm>
        </p:grpSpPr>
        <p:sp>
          <p:nvSpPr>
            <p:cNvPr name="Freeform 9" id="9"/>
            <p:cNvSpPr/>
            <p:nvPr/>
          </p:nvSpPr>
          <p:spPr>
            <a:xfrm flipH="false" flipV="false" rot="0">
              <a:off x="0" y="0"/>
              <a:ext cx="1387759" cy="900931"/>
            </a:xfrm>
            <a:custGeom>
              <a:avLst/>
              <a:gdLst/>
              <a:ahLst/>
              <a:cxnLst/>
              <a:rect r="r" b="b" t="t" l="l"/>
              <a:pathLst>
                <a:path h="900931" w="1387759">
                  <a:moveTo>
                    <a:pt x="0" y="0"/>
                  </a:moveTo>
                  <a:lnTo>
                    <a:pt x="1387759" y="0"/>
                  </a:lnTo>
                  <a:lnTo>
                    <a:pt x="1387759" y="900931"/>
                  </a:lnTo>
                  <a:lnTo>
                    <a:pt x="0" y="900931"/>
                  </a:lnTo>
                  <a:close/>
                </a:path>
              </a:pathLst>
            </a:custGeom>
            <a:solidFill>
              <a:srgbClr val="3A124D"/>
            </a:solidFill>
            <a:ln cap="sq">
              <a:noFill/>
              <a:prstDash val="solid"/>
              <a:miter/>
            </a:ln>
          </p:spPr>
        </p:sp>
        <p:sp>
          <p:nvSpPr>
            <p:cNvPr name="TextBox 10" id="10"/>
            <p:cNvSpPr txBox="true"/>
            <p:nvPr/>
          </p:nvSpPr>
          <p:spPr>
            <a:xfrm>
              <a:off x="0" y="-57150"/>
              <a:ext cx="1387759" cy="958081"/>
            </a:xfrm>
            <a:prstGeom prst="rect">
              <a:avLst/>
            </a:prstGeom>
          </p:spPr>
          <p:txBody>
            <a:bodyPr anchor="ctr" rtlCol="false" tIns="50800" lIns="50800" bIns="50800" rIns="50800"/>
            <a:lstStyle/>
            <a:p>
              <a:pPr algn="ctr" marL="0" indent="0" lvl="0">
                <a:lnSpc>
                  <a:spcPts val="2952"/>
                </a:lnSpc>
                <a:spcBef>
                  <a:spcPct val="0"/>
                </a:spcBef>
              </a:pPr>
            </a:p>
          </p:txBody>
        </p:sp>
      </p:grpSp>
      <p:grpSp>
        <p:nvGrpSpPr>
          <p:cNvPr name="Group 11" id="11"/>
          <p:cNvGrpSpPr/>
          <p:nvPr/>
        </p:nvGrpSpPr>
        <p:grpSpPr>
          <a:xfrm rot="0">
            <a:off x="6509426" y="6264210"/>
            <a:ext cx="5269147" cy="3420723"/>
            <a:chOff x="0" y="0"/>
            <a:chExt cx="1387759" cy="900931"/>
          </a:xfrm>
        </p:grpSpPr>
        <p:sp>
          <p:nvSpPr>
            <p:cNvPr name="Freeform 12" id="12"/>
            <p:cNvSpPr/>
            <p:nvPr/>
          </p:nvSpPr>
          <p:spPr>
            <a:xfrm flipH="false" flipV="false" rot="0">
              <a:off x="0" y="0"/>
              <a:ext cx="1387759" cy="900931"/>
            </a:xfrm>
            <a:custGeom>
              <a:avLst/>
              <a:gdLst/>
              <a:ahLst/>
              <a:cxnLst/>
              <a:rect r="r" b="b" t="t" l="l"/>
              <a:pathLst>
                <a:path h="900931" w="1387759">
                  <a:moveTo>
                    <a:pt x="0" y="0"/>
                  </a:moveTo>
                  <a:lnTo>
                    <a:pt x="1387759" y="0"/>
                  </a:lnTo>
                  <a:lnTo>
                    <a:pt x="1387759" y="900931"/>
                  </a:lnTo>
                  <a:lnTo>
                    <a:pt x="0" y="900931"/>
                  </a:lnTo>
                  <a:close/>
                </a:path>
              </a:pathLst>
            </a:custGeom>
            <a:solidFill>
              <a:srgbClr val="3A124D"/>
            </a:solidFill>
            <a:ln cap="sq">
              <a:noFill/>
              <a:prstDash val="solid"/>
              <a:miter/>
            </a:ln>
          </p:spPr>
        </p:sp>
        <p:sp>
          <p:nvSpPr>
            <p:cNvPr name="TextBox 13" id="13"/>
            <p:cNvSpPr txBox="true"/>
            <p:nvPr/>
          </p:nvSpPr>
          <p:spPr>
            <a:xfrm>
              <a:off x="0" y="-57150"/>
              <a:ext cx="1387759" cy="958081"/>
            </a:xfrm>
            <a:prstGeom prst="rect">
              <a:avLst/>
            </a:prstGeom>
          </p:spPr>
          <p:txBody>
            <a:bodyPr anchor="ctr" rtlCol="false" tIns="50800" lIns="50800" bIns="50800" rIns="50800"/>
            <a:lstStyle/>
            <a:p>
              <a:pPr algn="ctr" marL="0" indent="0" lvl="0">
                <a:lnSpc>
                  <a:spcPts val="2952"/>
                </a:lnSpc>
                <a:spcBef>
                  <a:spcPct val="0"/>
                </a:spcBef>
              </a:pPr>
            </a:p>
          </p:txBody>
        </p:sp>
      </p:grpSp>
      <p:grpSp>
        <p:nvGrpSpPr>
          <p:cNvPr name="Group 14" id="14"/>
          <p:cNvGrpSpPr/>
          <p:nvPr/>
        </p:nvGrpSpPr>
        <p:grpSpPr>
          <a:xfrm rot="0">
            <a:off x="12200482" y="2495712"/>
            <a:ext cx="5269147" cy="3420723"/>
            <a:chOff x="0" y="0"/>
            <a:chExt cx="1387759" cy="900931"/>
          </a:xfrm>
        </p:grpSpPr>
        <p:sp>
          <p:nvSpPr>
            <p:cNvPr name="Freeform 15" id="15"/>
            <p:cNvSpPr/>
            <p:nvPr/>
          </p:nvSpPr>
          <p:spPr>
            <a:xfrm flipH="false" flipV="false" rot="0">
              <a:off x="0" y="0"/>
              <a:ext cx="1387759" cy="900931"/>
            </a:xfrm>
            <a:custGeom>
              <a:avLst/>
              <a:gdLst/>
              <a:ahLst/>
              <a:cxnLst/>
              <a:rect r="r" b="b" t="t" l="l"/>
              <a:pathLst>
                <a:path h="900931" w="1387759">
                  <a:moveTo>
                    <a:pt x="0" y="0"/>
                  </a:moveTo>
                  <a:lnTo>
                    <a:pt x="1387759" y="0"/>
                  </a:lnTo>
                  <a:lnTo>
                    <a:pt x="1387759" y="900931"/>
                  </a:lnTo>
                  <a:lnTo>
                    <a:pt x="0" y="900931"/>
                  </a:lnTo>
                  <a:close/>
                </a:path>
              </a:pathLst>
            </a:custGeom>
            <a:solidFill>
              <a:srgbClr val="3A124D"/>
            </a:solidFill>
            <a:ln cap="sq">
              <a:noFill/>
              <a:prstDash val="solid"/>
              <a:miter/>
            </a:ln>
          </p:spPr>
        </p:sp>
        <p:sp>
          <p:nvSpPr>
            <p:cNvPr name="TextBox 16" id="16"/>
            <p:cNvSpPr txBox="true"/>
            <p:nvPr/>
          </p:nvSpPr>
          <p:spPr>
            <a:xfrm>
              <a:off x="0" y="-57150"/>
              <a:ext cx="1387759" cy="958081"/>
            </a:xfrm>
            <a:prstGeom prst="rect">
              <a:avLst/>
            </a:prstGeom>
          </p:spPr>
          <p:txBody>
            <a:bodyPr anchor="ctr" rtlCol="false" tIns="50800" lIns="50800" bIns="50800" rIns="50800"/>
            <a:lstStyle/>
            <a:p>
              <a:pPr algn="ctr" marL="0" indent="0" lvl="0">
                <a:lnSpc>
                  <a:spcPts val="2952"/>
                </a:lnSpc>
                <a:spcBef>
                  <a:spcPct val="0"/>
                </a:spcBef>
              </a:pPr>
            </a:p>
          </p:txBody>
        </p:sp>
      </p:grpSp>
      <p:grpSp>
        <p:nvGrpSpPr>
          <p:cNvPr name="Group 17" id="17"/>
          <p:cNvGrpSpPr/>
          <p:nvPr/>
        </p:nvGrpSpPr>
        <p:grpSpPr>
          <a:xfrm rot="0">
            <a:off x="12200482" y="6264210"/>
            <a:ext cx="5269147" cy="3420723"/>
            <a:chOff x="0" y="0"/>
            <a:chExt cx="1387759" cy="900931"/>
          </a:xfrm>
        </p:grpSpPr>
        <p:sp>
          <p:nvSpPr>
            <p:cNvPr name="Freeform 18" id="18"/>
            <p:cNvSpPr/>
            <p:nvPr/>
          </p:nvSpPr>
          <p:spPr>
            <a:xfrm flipH="false" flipV="false" rot="0">
              <a:off x="0" y="0"/>
              <a:ext cx="1387759" cy="900931"/>
            </a:xfrm>
            <a:custGeom>
              <a:avLst/>
              <a:gdLst/>
              <a:ahLst/>
              <a:cxnLst/>
              <a:rect r="r" b="b" t="t" l="l"/>
              <a:pathLst>
                <a:path h="900931" w="1387759">
                  <a:moveTo>
                    <a:pt x="0" y="0"/>
                  </a:moveTo>
                  <a:lnTo>
                    <a:pt x="1387759" y="0"/>
                  </a:lnTo>
                  <a:lnTo>
                    <a:pt x="1387759" y="900931"/>
                  </a:lnTo>
                  <a:lnTo>
                    <a:pt x="0" y="900931"/>
                  </a:lnTo>
                  <a:close/>
                </a:path>
              </a:pathLst>
            </a:custGeom>
            <a:solidFill>
              <a:srgbClr val="3A124D"/>
            </a:solidFill>
            <a:ln cap="sq">
              <a:noFill/>
              <a:prstDash val="solid"/>
              <a:miter/>
            </a:ln>
          </p:spPr>
        </p:sp>
        <p:sp>
          <p:nvSpPr>
            <p:cNvPr name="TextBox 19" id="19"/>
            <p:cNvSpPr txBox="true"/>
            <p:nvPr/>
          </p:nvSpPr>
          <p:spPr>
            <a:xfrm>
              <a:off x="0" y="-57150"/>
              <a:ext cx="1387759" cy="958081"/>
            </a:xfrm>
            <a:prstGeom prst="rect">
              <a:avLst/>
            </a:prstGeom>
          </p:spPr>
          <p:txBody>
            <a:bodyPr anchor="ctr" rtlCol="false" tIns="50800" lIns="50800" bIns="50800" rIns="50800"/>
            <a:lstStyle/>
            <a:p>
              <a:pPr algn="ctr" marL="0" indent="0" lvl="0">
                <a:lnSpc>
                  <a:spcPts val="2952"/>
                </a:lnSpc>
                <a:spcBef>
                  <a:spcPct val="0"/>
                </a:spcBef>
              </a:pPr>
            </a:p>
          </p:txBody>
        </p:sp>
      </p:grpSp>
      <p:sp>
        <p:nvSpPr>
          <p:cNvPr name="Freeform 20" id="20"/>
          <p:cNvSpPr/>
          <p:nvPr/>
        </p:nvSpPr>
        <p:spPr>
          <a:xfrm flipH="false" flipV="false" rot="0">
            <a:off x="14966040" y="491758"/>
            <a:ext cx="2157901" cy="2230913"/>
          </a:xfrm>
          <a:custGeom>
            <a:avLst/>
            <a:gdLst/>
            <a:ahLst/>
            <a:cxnLst/>
            <a:rect r="r" b="b" t="t" l="l"/>
            <a:pathLst>
              <a:path h="2230913" w="2157901">
                <a:moveTo>
                  <a:pt x="0" y="0"/>
                </a:moveTo>
                <a:lnTo>
                  <a:pt x="2157901" y="0"/>
                </a:lnTo>
                <a:lnTo>
                  <a:pt x="2157901" y="2230912"/>
                </a:lnTo>
                <a:lnTo>
                  <a:pt x="0" y="22309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1" id="21"/>
          <p:cNvGrpSpPr/>
          <p:nvPr/>
        </p:nvGrpSpPr>
        <p:grpSpPr>
          <a:xfrm rot="0">
            <a:off x="1320524" y="2921160"/>
            <a:ext cx="4264840" cy="2165203"/>
            <a:chOff x="0" y="0"/>
            <a:chExt cx="5686453" cy="2886937"/>
          </a:xfrm>
        </p:grpSpPr>
        <p:sp>
          <p:nvSpPr>
            <p:cNvPr name="TextBox 22" id="22"/>
            <p:cNvSpPr txBox="true"/>
            <p:nvPr/>
          </p:nvSpPr>
          <p:spPr>
            <a:xfrm rot="0">
              <a:off x="0" y="526726"/>
              <a:ext cx="4662800" cy="733425"/>
            </a:xfrm>
            <a:prstGeom prst="rect">
              <a:avLst/>
            </a:prstGeom>
          </p:spPr>
          <p:txBody>
            <a:bodyPr anchor="t" rtlCol="false" tIns="0" lIns="0" bIns="0" rIns="0">
              <a:spAutoFit/>
            </a:bodyPr>
            <a:lstStyle/>
            <a:p>
              <a:pPr algn="l" marL="0" indent="0" lvl="0">
                <a:lnSpc>
                  <a:spcPts val="4200"/>
                </a:lnSpc>
                <a:spcBef>
                  <a:spcPct val="0"/>
                </a:spcBef>
              </a:pPr>
              <a:r>
                <a:rPr lang="en-US" sz="3000" spc="177" strike="noStrike" u="none">
                  <a:solidFill>
                    <a:srgbClr val="FF983D"/>
                  </a:solidFill>
                  <a:latin typeface="ITC Avant Garde Gothic"/>
                  <a:ea typeface="ITC Avant Garde Gothic"/>
                  <a:cs typeface="ITC Avant Garde Gothic"/>
                  <a:sym typeface="ITC Avant Garde Gothic"/>
                </a:rPr>
                <a:t>Soto y Ochoa</a:t>
              </a:r>
            </a:p>
          </p:txBody>
        </p:sp>
        <p:sp>
          <p:nvSpPr>
            <p:cNvPr name="TextBox 23" id="23"/>
            <p:cNvSpPr txBox="true"/>
            <p:nvPr/>
          </p:nvSpPr>
          <p:spPr>
            <a:xfrm rot="0">
              <a:off x="0" y="-19050"/>
              <a:ext cx="4662800" cy="503682"/>
            </a:xfrm>
            <a:prstGeom prst="rect">
              <a:avLst/>
            </a:prstGeom>
          </p:spPr>
          <p:txBody>
            <a:bodyPr anchor="t" rtlCol="false" tIns="0" lIns="0" bIns="0" rIns="0">
              <a:spAutoFit/>
            </a:bodyPr>
            <a:lstStyle/>
            <a:p>
              <a:pPr algn="l" marL="0" indent="0" lvl="0">
                <a:lnSpc>
                  <a:spcPts val="2568"/>
                </a:lnSpc>
                <a:spcBef>
                  <a:spcPct val="0"/>
                </a:spcBef>
              </a:pPr>
              <a:r>
                <a:rPr lang="en-US" sz="2400" strike="noStrike" u="none">
                  <a:solidFill>
                    <a:srgbClr val="C7C2EF"/>
                  </a:solidFill>
                  <a:latin typeface="ITC Avant Garde Gothic"/>
                  <a:ea typeface="ITC Avant Garde Gothic"/>
                  <a:cs typeface="ITC Avant Garde Gothic"/>
                  <a:sym typeface="ITC Avant Garde Gothic"/>
                </a:rPr>
                <a:t>Empresa 1</a:t>
              </a:r>
            </a:p>
          </p:txBody>
        </p:sp>
        <p:sp>
          <p:nvSpPr>
            <p:cNvPr name="TextBox 24" id="24"/>
            <p:cNvSpPr txBox="true"/>
            <p:nvPr/>
          </p:nvSpPr>
          <p:spPr>
            <a:xfrm rot="0">
              <a:off x="0" y="1358576"/>
              <a:ext cx="5686453" cy="1528360"/>
            </a:xfrm>
            <a:prstGeom prst="rect">
              <a:avLst/>
            </a:prstGeom>
          </p:spPr>
          <p:txBody>
            <a:bodyPr anchor="t" rtlCol="false" tIns="0" lIns="0" bIns="0" rIns="0">
              <a:spAutoFit/>
            </a:bodyPr>
            <a:lstStyle/>
            <a:p>
              <a:pPr algn="l" marL="0" indent="0" lvl="1">
                <a:lnSpc>
                  <a:spcPts val="2287"/>
                </a:lnSpc>
                <a:spcBef>
                  <a:spcPct val="0"/>
                </a:spcBef>
              </a:pPr>
              <a:r>
                <a:rPr lang="en-US" sz="1599" strike="noStrike" u="none">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Praesent risus leo, fringilla et nulla at, egestas euismod orci.</a:t>
              </a:r>
            </a:p>
          </p:txBody>
        </p:sp>
      </p:grpSp>
      <p:grpSp>
        <p:nvGrpSpPr>
          <p:cNvPr name="Group 25" id="25"/>
          <p:cNvGrpSpPr/>
          <p:nvPr/>
        </p:nvGrpSpPr>
        <p:grpSpPr>
          <a:xfrm rot="0">
            <a:off x="1320524" y="6689658"/>
            <a:ext cx="4264840" cy="2165203"/>
            <a:chOff x="0" y="0"/>
            <a:chExt cx="5686453" cy="2886937"/>
          </a:xfrm>
        </p:grpSpPr>
        <p:sp>
          <p:nvSpPr>
            <p:cNvPr name="TextBox 26" id="26"/>
            <p:cNvSpPr txBox="true"/>
            <p:nvPr/>
          </p:nvSpPr>
          <p:spPr>
            <a:xfrm rot="0">
              <a:off x="0" y="526726"/>
              <a:ext cx="4662800" cy="733425"/>
            </a:xfrm>
            <a:prstGeom prst="rect">
              <a:avLst/>
            </a:prstGeom>
          </p:spPr>
          <p:txBody>
            <a:bodyPr anchor="t" rtlCol="false" tIns="0" lIns="0" bIns="0" rIns="0">
              <a:spAutoFit/>
            </a:bodyPr>
            <a:lstStyle/>
            <a:p>
              <a:pPr algn="l" marL="0" indent="0" lvl="0">
                <a:lnSpc>
                  <a:spcPts val="4200"/>
                </a:lnSpc>
                <a:spcBef>
                  <a:spcPct val="0"/>
                </a:spcBef>
              </a:pPr>
              <a:r>
                <a:rPr lang="en-US" sz="3000" spc="177" strike="noStrike" u="none">
                  <a:solidFill>
                    <a:srgbClr val="FF983D"/>
                  </a:solidFill>
                  <a:latin typeface="ITC Avant Garde Gothic"/>
                  <a:ea typeface="ITC Avant Garde Gothic"/>
                  <a:cs typeface="ITC Avant Garde Gothic"/>
                  <a:sym typeface="ITC Avant Garde Gothic"/>
                </a:rPr>
                <a:t>Ensigna</a:t>
              </a:r>
            </a:p>
          </p:txBody>
        </p:sp>
        <p:sp>
          <p:nvSpPr>
            <p:cNvPr name="TextBox 27" id="27"/>
            <p:cNvSpPr txBox="true"/>
            <p:nvPr/>
          </p:nvSpPr>
          <p:spPr>
            <a:xfrm rot="0">
              <a:off x="0" y="-19050"/>
              <a:ext cx="4662800" cy="503682"/>
            </a:xfrm>
            <a:prstGeom prst="rect">
              <a:avLst/>
            </a:prstGeom>
          </p:spPr>
          <p:txBody>
            <a:bodyPr anchor="t" rtlCol="false" tIns="0" lIns="0" bIns="0" rIns="0">
              <a:spAutoFit/>
            </a:bodyPr>
            <a:lstStyle/>
            <a:p>
              <a:pPr algn="l" marL="0" indent="0" lvl="0">
                <a:lnSpc>
                  <a:spcPts val="2568"/>
                </a:lnSpc>
                <a:spcBef>
                  <a:spcPct val="0"/>
                </a:spcBef>
              </a:pPr>
              <a:r>
                <a:rPr lang="en-US" sz="2400" strike="noStrike" u="none">
                  <a:solidFill>
                    <a:srgbClr val="C7C2EF"/>
                  </a:solidFill>
                  <a:latin typeface="ITC Avant Garde Gothic"/>
                  <a:ea typeface="ITC Avant Garde Gothic"/>
                  <a:cs typeface="ITC Avant Garde Gothic"/>
                  <a:sym typeface="ITC Avant Garde Gothic"/>
                </a:rPr>
                <a:t>Empresa 4</a:t>
              </a:r>
            </a:p>
          </p:txBody>
        </p:sp>
        <p:sp>
          <p:nvSpPr>
            <p:cNvPr name="TextBox 28" id="28"/>
            <p:cNvSpPr txBox="true"/>
            <p:nvPr/>
          </p:nvSpPr>
          <p:spPr>
            <a:xfrm rot="0">
              <a:off x="0" y="1358576"/>
              <a:ext cx="5686453" cy="1528360"/>
            </a:xfrm>
            <a:prstGeom prst="rect">
              <a:avLst/>
            </a:prstGeom>
          </p:spPr>
          <p:txBody>
            <a:bodyPr anchor="t" rtlCol="false" tIns="0" lIns="0" bIns="0" rIns="0">
              <a:spAutoFit/>
            </a:bodyPr>
            <a:lstStyle/>
            <a:p>
              <a:pPr algn="l" marL="0" indent="0" lvl="1">
                <a:lnSpc>
                  <a:spcPts val="2287"/>
                </a:lnSpc>
                <a:spcBef>
                  <a:spcPct val="0"/>
                </a:spcBef>
              </a:pPr>
              <a:r>
                <a:rPr lang="en-US" sz="1599" strike="noStrike" u="none">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Praesent risus leo, fringilla et nulla at, egestas euismod orci.</a:t>
              </a:r>
            </a:p>
          </p:txBody>
        </p:sp>
      </p:grpSp>
      <p:grpSp>
        <p:nvGrpSpPr>
          <p:cNvPr name="Group 29" id="29"/>
          <p:cNvGrpSpPr/>
          <p:nvPr/>
        </p:nvGrpSpPr>
        <p:grpSpPr>
          <a:xfrm rot="0">
            <a:off x="7011580" y="3130710"/>
            <a:ext cx="4264840" cy="2450953"/>
            <a:chOff x="0" y="0"/>
            <a:chExt cx="5686453" cy="3267937"/>
          </a:xfrm>
        </p:grpSpPr>
        <p:sp>
          <p:nvSpPr>
            <p:cNvPr name="TextBox 30" id="30"/>
            <p:cNvSpPr txBox="true"/>
            <p:nvPr/>
          </p:nvSpPr>
          <p:spPr>
            <a:xfrm rot="0">
              <a:off x="0" y="526726"/>
              <a:ext cx="4662800" cy="733425"/>
            </a:xfrm>
            <a:prstGeom prst="rect">
              <a:avLst/>
            </a:prstGeom>
          </p:spPr>
          <p:txBody>
            <a:bodyPr anchor="t" rtlCol="false" tIns="0" lIns="0" bIns="0" rIns="0">
              <a:spAutoFit/>
            </a:bodyPr>
            <a:lstStyle/>
            <a:p>
              <a:pPr algn="l" marL="0" indent="0" lvl="0">
                <a:lnSpc>
                  <a:spcPts val="4200"/>
                </a:lnSpc>
                <a:spcBef>
                  <a:spcPct val="0"/>
                </a:spcBef>
              </a:pPr>
              <a:r>
                <a:rPr lang="en-US" sz="3000" spc="177" strike="noStrike" u="none">
                  <a:solidFill>
                    <a:srgbClr val="FF983D"/>
                  </a:solidFill>
                  <a:latin typeface="ITC Avant Garde Gothic"/>
                  <a:ea typeface="ITC Avant Garde Gothic"/>
                  <a:cs typeface="ITC Avant Garde Gothic"/>
                  <a:sym typeface="ITC Avant Garde Gothic"/>
                </a:rPr>
                <a:t>Industrias Ariova</a:t>
              </a:r>
            </a:p>
          </p:txBody>
        </p:sp>
        <p:sp>
          <p:nvSpPr>
            <p:cNvPr name="TextBox 31" id="31"/>
            <p:cNvSpPr txBox="true"/>
            <p:nvPr/>
          </p:nvSpPr>
          <p:spPr>
            <a:xfrm rot="0">
              <a:off x="0" y="-19050"/>
              <a:ext cx="4662800" cy="503682"/>
            </a:xfrm>
            <a:prstGeom prst="rect">
              <a:avLst/>
            </a:prstGeom>
          </p:spPr>
          <p:txBody>
            <a:bodyPr anchor="t" rtlCol="false" tIns="0" lIns="0" bIns="0" rIns="0">
              <a:spAutoFit/>
            </a:bodyPr>
            <a:lstStyle/>
            <a:p>
              <a:pPr algn="l" marL="0" indent="0" lvl="0">
                <a:lnSpc>
                  <a:spcPts val="2568"/>
                </a:lnSpc>
                <a:spcBef>
                  <a:spcPct val="0"/>
                </a:spcBef>
              </a:pPr>
              <a:r>
                <a:rPr lang="en-US" sz="2400" strike="noStrike" u="none">
                  <a:solidFill>
                    <a:srgbClr val="C7C2EF"/>
                  </a:solidFill>
                  <a:latin typeface="ITC Avant Garde Gothic"/>
                  <a:ea typeface="ITC Avant Garde Gothic"/>
                  <a:cs typeface="ITC Avant Garde Gothic"/>
                  <a:sym typeface="ITC Avant Garde Gothic"/>
                </a:rPr>
                <a:t>Empresa 2 </a:t>
              </a:r>
            </a:p>
          </p:txBody>
        </p:sp>
        <p:sp>
          <p:nvSpPr>
            <p:cNvPr name="TextBox 32" id="32"/>
            <p:cNvSpPr txBox="true"/>
            <p:nvPr/>
          </p:nvSpPr>
          <p:spPr>
            <a:xfrm rot="0">
              <a:off x="0" y="1358576"/>
              <a:ext cx="5686453" cy="1909360"/>
            </a:xfrm>
            <a:prstGeom prst="rect">
              <a:avLst/>
            </a:prstGeom>
          </p:spPr>
          <p:txBody>
            <a:bodyPr anchor="t" rtlCol="false" tIns="0" lIns="0" bIns="0" rIns="0">
              <a:spAutoFit/>
            </a:bodyPr>
            <a:lstStyle/>
            <a:p>
              <a:pPr algn="l" marL="0" indent="0" lvl="1">
                <a:lnSpc>
                  <a:spcPts val="2287"/>
                </a:lnSpc>
                <a:spcBef>
                  <a:spcPct val="0"/>
                </a:spcBef>
              </a:pPr>
              <a:r>
                <a:rPr lang="en-US" sz="1599" strike="noStrike" u="none">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a:t>
              </a:r>
            </a:p>
            <a:p>
              <a:pPr algn="l" marL="0" indent="0" lvl="1">
                <a:lnSpc>
                  <a:spcPts val="2287"/>
                </a:lnSpc>
                <a:spcBef>
                  <a:spcPct val="0"/>
                </a:spcBef>
              </a:pPr>
              <a:r>
                <a:rPr lang="en-US" sz="1599" strike="noStrike" u="none">
                  <a:solidFill>
                    <a:srgbClr val="C7C2EF"/>
                  </a:solidFill>
                  <a:latin typeface="ITC Avant Garde Gothic"/>
                  <a:ea typeface="ITC Avant Garde Gothic"/>
                  <a:cs typeface="ITC Avant Garde Gothic"/>
                  <a:sym typeface="ITC Avant Garde Gothic"/>
                </a:rPr>
                <a:t>Praesent risus leo, fringilla et nulla at, egestas euismod orci.</a:t>
              </a:r>
            </a:p>
          </p:txBody>
        </p:sp>
      </p:grpSp>
      <p:grpSp>
        <p:nvGrpSpPr>
          <p:cNvPr name="Group 33" id="33"/>
          <p:cNvGrpSpPr/>
          <p:nvPr/>
        </p:nvGrpSpPr>
        <p:grpSpPr>
          <a:xfrm rot="0">
            <a:off x="7011580" y="6632508"/>
            <a:ext cx="4264840" cy="2698603"/>
            <a:chOff x="0" y="0"/>
            <a:chExt cx="5686453" cy="3598137"/>
          </a:xfrm>
        </p:grpSpPr>
        <p:sp>
          <p:nvSpPr>
            <p:cNvPr name="TextBox 34" id="34"/>
            <p:cNvSpPr txBox="true"/>
            <p:nvPr/>
          </p:nvSpPr>
          <p:spPr>
            <a:xfrm rot="0">
              <a:off x="0" y="526726"/>
              <a:ext cx="4662800" cy="1444625"/>
            </a:xfrm>
            <a:prstGeom prst="rect">
              <a:avLst/>
            </a:prstGeom>
          </p:spPr>
          <p:txBody>
            <a:bodyPr anchor="t" rtlCol="false" tIns="0" lIns="0" bIns="0" rIns="0">
              <a:spAutoFit/>
            </a:bodyPr>
            <a:lstStyle/>
            <a:p>
              <a:pPr algn="l" marL="0" indent="0" lvl="0">
                <a:lnSpc>
                  <a:spcPts val="4200"/>
                </a:lnSpc>
                <a:spcBef>
                  <a:spcPct val="0"/>
                </a:spcBef>
              </a:pPr>
              <a:r>
                <a:rPr lang="en-US" sz="3000" spc="177" strike="noStrike" u="none">
                  <a:solidFill>
                    <a:srgbClr val="FF983D"/>
                  </a:solidFill>
                  <a:latin typeface="ITC Avant Garde Gothic"/>
                  <a:ea typeface="ITC Avant Garde Gothic"/>
                  <a:cs typeface="ITC Avant Garde Gothic"/>
                  <a:sym typeface="ITC Avant Garde Gothic"/>
                </a:rPr>
                <a:t>Rodríguez y família</a:t>
              </a:r>
            </a:p>
          </p:txBody>
        </p:sp>
        <p:sp>
          <p:nvSpPr>
            <p:cNvPr name="TextBox 35" id="35"/>
            <p:cNvSpPr txBox="true"/>
            <p:nvPr/>
          </p:nvSpPr>
          <p:spPr>
            <a:xfrm rot="0">
              <a:off x="0" y="-19050"/>
              <a:ext cx="4662800" cy="503682"/>
            </a:xfrm>
            <a:prstGeom prst="rect">
              <a:avLst/>
            </a:prstGeom>
          </p:spPr>
          <p:txBody>
            <a:bodyPr anchor="t" rtlCol="false" tIns="0" lIns="0" bIns="0" rIns="0">
              <a:spAutoFit/>
            </a:bodyPr>
            <a:lstStyle/>
            <a:p>
              <a:pPr algn="l" marL="0" indent="0" lvl="0">
                <a:lnSpc>
                  <a:spcPts val="2568"/>
                </a:lnSpc>
                <a:spcBef>
                  <a:spcPct val="0"/>
                </a:spcBef>
              </a:pPr>
              <a:r>
                <a:rPr lang="en-US" sz="2400" strike="noStrike" u="none">
                  <a:solidFill>
                    <a:srgbClr val="C7C2EF"/>
                  </a:solidFill>
                  <a:latin typeface="ITC Avant Garde Gothic"/>
                  <a:ea typeface="ITC Avant Garde Gothic"/>
                  <a:cs typeface="ITC Avant Garde Gothic"/>
                  <a:sym typeface="ITC Avant Garde Gothic"/>
                </a:rPr>
                <a:t>Empresa 5</a:t>
              </a:r>
            </a:p>
          </p:txBody>
        </p:sp>
        <p:sp>
          <p:nvSpPr>
            <p:cNvPr name="TextBox 36" id="36"/>
            <p:cNvSpPr txBox="true"/>
            <p:nvPr/>
          </p:nvSpPr>
          <p:spPr>
            <a:xfrm rot="0">
              <a:off x="0" y="2069776"/>
              <a:ext cx="5686453" cy="1528360"/>
            </a:xfrm>
            <a:prstGeom prst="rect">
              <a:avLst/>
            </a:prstGeom>
          </p:spPr>
          <p:txBody>
            <a:bodyPr anchor="t" rtlCol="false" tIns="0" lIns="0" bIns="0" rIns="0">
              <a:spAutoFit/>
            </a:bodyPr>
            <a:lstStyle/>
            <a:p>
              <a:pPr algn="l" marL="0" indent="0" lvl="1">
                <a:lnSpc>
                  <a:spcPts val="2287"/>
                </a:lnSpc>
                <a:spcBef>
                  <a:spcPct val="0"/>
                </a:spcBef>
              </a:pPr>
              <a:r>
                <a:rPr lang="en-US" sz="1599" strike="noStrike" u="none">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a:t>
              </a:r>
            </a:p>
            <a:p>
              <a:pPr algn="l" marL="0" indent="0" lvl="1">
                <a:lnSpc>
                  <a:spcPts val="2287"/>
                </a:lnSpc>
                <a:spcBef>
                  <a:spcPct val="0"/>
                </a:spcBef>
              </a:pPr>
              <a:r>
                <a:rPr lang="en-US" sz="1599" strike="noStrike" u="none">
                  <a:solidFill>
                    <a:srgbClr val="C7C2EF"/>
                  </a:solidFill>
                  <a:latin typeface="ITC Avant Garde Gothic"/>
                  <a:ea typeface="ITC Avant Garde Gothic"/>
                  <a:cs typeface="ITC Avant Garde Gothic"/>
                  <a:sym typeface="ITC Avant Garde Gothic"/>
                </a:rPr>
                <a:t>Praesent risus leo, fringilla et nulla at.</a:t>
              </a:r>
            </a:p>
          </p:txBody>
        </p:sp>
      </p:grpSp>
      <p:grpSp>
        <p:nvGrpSpPr>
          <p:cNvPr name="Group 37" id="37"/>
          <p:cNvGrpSpPr/>
          <p:nvPr/>
        </p:nvGrpSpPr>
        <p:grpSpPr>
          <a:xfrm rot="0">
            <a:off x="12833620" y="2864010"/>
            <a:ext cx="4264840" cy="2698603"/>
            <a:chOff x="0" y="0"/>
            <a:chExt cx="5686453" cy="3598137"/>
          </a:xfrm>
        </p:grpSpPr>
        <p:sp>
          <p:nvSpPr>
            <p:cNvPr name="TextBox 38" id="38"/>
            <p:cNvSpPr txBox="true"/>
            <p:nvPr/>
          </p:nvSpPr>
          <p:spPr>
            <a:xfrm rot="0">
              <a:off x="0" y="526726"/>
              <a:ext cx="4662800" cy="1444625"/>
            </a:xfrm>
            <a:prstGeom prst="rect">
              <a:avLst/>
            </a:prstGeom>
          </p:spPr>
          <p:txBody>
            <a:bodyPr anchor="t" rtlCol="false" tIns="0" lIns="0" bIns="0" rIns="0">
              <a:spAutoFit/>
            </a:bodyPr>
            <a:lstStyle/>
            <a:p>
              <a:pPr algn="l" marL="0" indent="0" lvl="0">
                <a:lnSpc>
                  <a:spcPts val="4200"/>
                </a:lnSpc>
                <a:spcBef>
                  <a:spcPct val="0"/>
                </a:spcBef>
              </a:pPr>
              <a:r>
                <a:rPr lang="en-US" sz="3000" spc="177" strike="noStrike" u="none">
                  <a:solidFill>
                    <a:srgbClr val="FF983D"/>
                  </a:solidFill>
                  <a:latin typeface="ITC Avant Garde Gothic"/>
                  <a:ea typeface="ITC Avant Garde Gothic"/>
                  <a:cs typeface="ITC Avant Garde Gothic"/>
                  <a:sym typeface="ITC Avant Garde Gothic"/>
                </a:rPr>
                <a:t>Rimbeiro y Asociados </a:t>
              </a:r>
            </a:p>
          </p:txBody>
        </p:sp>
        <p:sp>
          <p:nvSpPr>
            <p:cNvPr name="TextBox 39" id="39"/>
            <p:cNvSpPr txBox="true"/>
            <p:nvPr/>
          </p:nvSpPr>
          <p:spPr>
            <a:xfrm rot="0">
              <a:off x="0" y="-19050"/>
              <a:ext cx="4662800" cy="503682"/>
            </a:xfrm>
            <a:prstGeom prst="rect">
              <a:avLst/>
            </a:prstGeom>
          </p:spPr>
          <p:txBody>
            <a:bodyPr anchor="t" rtlCol="false" tIns="0" lIns="0" bIns="0" rIns="0">
              <a:spAutoFit/>
            </a:bodyPr>
            <a:lstStyle/>
            <a:p>
              <a:pPr algn="l" marL="0" indent="0" lvl="0">
                <a:lnSpc>
                  <a:spcPts val="2568"/>
                </a:lnSpc>
                <a:spcBef>
                  <a:spcPct val="0"/>
                </a:spcBef>
              </a:pPr>
              <a:r>
                <a:rPr lang="en-US" sz="2400" strike="noStrike" u="none">
                  <a:solidFill>
                    <a:srgbClr val="C7C2EF"/>
                  </a:solidFill>
                  <a:latin typeface="ITC Avant Garde Gothic"/>
                  <a:ea typeface="ITC Avant Garde Gothic"/>
                  <a:cs typeface="ITC Avant Garde Gothic"/>
                  <a:sym typeface="ITC Avant Garde Gothic"/>
                </a:rPr>
                <a:t>Empresa 3</a:t>
              </a:r>
            </a:p>
          </p:txBody>
        </p:sp>
        <p:sp>
          <p:nvSpPr>
            <p:cNvPr name="TextBox 40" id="40"/>
            <p:cNvSpPr txBox="true"/>
            <p:nvPr/>
          </p:nvSpPr>
          <p:spPr>
            <a:xfrm rot="0">
              <a:off x="0" y="2069776"/>
              <a:ext cx="5686453" cy="1528360"/>
            </a:xfrm>
            <a:prstGeom prst="rect">
              <a:avLst/>
            </a:prstGeom>
          </p:spPr>
          <p:txBody>
            <a:bodyPr anchor="t" rtlCol="false" tIns="0" lIns="0" bIns="0" rIns="0">
              <a:spAutoFit/>
            </a:bodyPr>
            <a:lstStyle/>
            <a:p>
              <a:pPr algn="l" marL="0" indent="0" lvl="1">
                <a:lnSpc>
                  <a:spcPts val="2287"/>
                </a:lnSpc>
                <a:spcBef>
                  <a:spcPct val="0"/>
                </a:spcBef>
              </a:pPr>
              <a:r>
                <a:rPr lang="en-US" sz="1599" strike="noStrike" u="none">
                  <a:solidFill>
                    <a:srgbClr val="C7C2EF"/>
                  </a:solidFill>
                  <a:latin typeface="ITC Avant Garde Gothic"/>
                  <a:ea typeface="ITC Avant Garde Gothic"/>
                  <a:cs typeface="ITC Avant Garde Gothic"/>
                  <a:sym typeface="ITC Avant Garde Gothic"/>
                </a:rPr>
                <a:t>Lorem ipsum dolor sit amet, consectetur adipiscing elit. </a:t>
              </a:r>
            </a:p>
            <a:p>
              <a:pPr algn="l" marL="0" indent="0" lvl="1">
                <a:lnSpc>
                  <a:spcPts val="2287"/>
                </a:lnSpc>
                <a:spcBef>
                  <a:spcPct val="0"/>
                </a:spcBef>
              </a:pPr>
              <a:r>
                <a:rPr lang="en-US" sz="1599" strike="noStrike" u="none">
                  <a:solidFill>
                    <a:srgbClr val="C7C2EF"/>
                  </a:solidFill>
                  <a:latin typeface="ITC Avant Garde Gothic"/>
                  <a:ea typeface="ITC Avant Garde Gothic"/>
                  <a:cs typeface="ITC Avant Garde Gothic"/>
                  <a:sym typeface="ITC Avant Garde Gothic"/>
                </a:rPr>
                <a:t>Ut a enim nec nisl ullamcorper eleifend. </a:t>
              </a:r>
            </a:p>
            <a:p>
              <a:pPr algn="l" marL="0" indent="0" lvl="1">
                <a:lnSpc>
                  <a:spcPts val="2287"/>
                </a:lnSpc>
                <a:spcBef>
                  <a:spcPct val="0"/>
                </a:spcBef>
              </a:pPr>
              <a:r>
                <a:rPr lang="en-US" sz="1599" strike="noStrike" u="none">
                  <a:solidFill>
                    <a:srgbClr val="C7C2EF"/>
                  </a:solidFill>
                  <a:latin typeface="ITC Avant Garde Gothic"/>
                  <a:ea typeface="ITC Avant Garde Gothic"/>
                  <a:cs typeface="ITC Avant Garde Gothic"/>
                  <a:sym typeface="ITC Avant Garde Gothic"/>
                </a:rPr>
                <a:t>Praesent risus leo, fringilla et. </a:t>
              </a:r>
            </a:p>
          </p:txBody>
        </p:sp>
      </p:grpSp>
      <p:grpSp>
        <p:nvGrpSpPr>
          <p:cNvPr name="Group 41" id="41"/>
          <p:cNvGrpSpPr/>
          <p:nvPr/>
        </p:nvGrpSpPr>
        <p:grpSpPr>
          <a:xfrm rot="0">
            <a:off x="12833620" y="6632508"/>
            <a:ext cx="4264840" cy="2698603"/>
            <a:chOff x="0" y="0"/>
            <a:chExt cx="5686453" cy="3598137"/>
          </a:xfrm>
        </p:grpSpPr>
        <p:sp>
          <p:nvSpPr>
            <p:cNvPr name="TextBox 42" id="42"/>
            <p:cNvSpPr txBox="true"/>
            <p:nvPr/>
          </p:nvSpPr>
          <p:spPr>
            <a:xfrm rot="0">
              <a:off x="0" y="526726"/>
              <a:ext cx="4662800" cy="1444625"/>
            </a:xfrm>
            <a:prstGeom prst="rect">
              <a:avLst/>
            </a:prstGeom>
          </p:spPr>
          <p:txBody>
            <a:bodyPr anchor="t" rtlCol="false" tIns="0" lIns="0" bIns="0" rIns="0">
              <a:spAutoFit/>
            </a:bodyPr>
            <a:lstStyle/>
            <a:p>
              <a:pPr algn="l" marL="0" indent="0" lvl="0">
                <a:lnSpc>
                  <a:spcPts val="4200"/>
                </a:lnSpc>
                <a:spcBef>
                  <a:spcPct val="0"/>
                </a:spcBef>
              </a:pPr>
              <a:r>
                <a:rPr lang="en-US" sz="3000" spc="177" strike="noStrike" u="none">
                  <a:solidFill>
                    <a:srgbClr val="FF983D"/>
                  </a:solidFill>
                  <a:latin typeface="ITC Avant Garde Gothic"/>
                  <a:ea typeface="ITC Avant Garde Gothic"/>
                  <a:cs typeface="ITC Avant Garde Gothic"/>
                  <a:sym typeface="ITC Avant Garde Gothic"/>
                </a:rPr>
                <a:t>Multinacional González</a:t>
              </a:r>
            </a:p>
          </p:txBody>
        </p:sp>
        <p:sp>
          <p:nvSpPr>
            <p:cNvPr name="TextBox 43" id="43"/>
            <p:cNvSpPr txBox="true"/>
            <p:nvPr/>
          </p:nvSpPr>
          <p:spPr>
            <a:xfrm rot="0">
              <a:off x="0" y="-19050"/>
              <a:ext cx="4662800" cy="503682"/>
            </a:xfrm>
            <a:prstGeom prst="rect">
              <a:avLst/>
            </a:prstGeom>
          </p:spPr>
          <p:txBody>
            <a:bodyPr anchor="t" rtlCol="false" tIns="0" lIns="0" bIns="0" rIns="0">
              <a:spAutoFit/>
            </a:bodyPr>
            <a:lstStyle/>
            <a:p>
              <a:pPr algn="l" marL="0" indent="0" lvl="0">
                <a:lnSpc>
                  <a:spcPts val="2568"/>
                </a:lnSpc>
                <a:spcBef>
                  <a:spcPct val="0"/>
                </a:spcBef>
              </a:pPr>
              <a:r>
                <a:rPr lang="en-US" sz="2400" strike="noStrike" u="none">
                  <a:solidFill>
                    <a:srgbClr val="C7C2EF"/>
                  </a:solidFill>
                  <a:latin typeface="ITC Avant Garde Gothic"/>
                  <a:ea typeface="ITC Avant Garde Gothic"/>
                  <a:cs typeface="ITC Avant Garde Gothic"/>
                  <a:sym typeface="ITC Avant Garde Gothic"/>
                </a:rPr>
                <a:t>Empresa 6</a:t>
              </a:r>
            </a:p>
          </p:txBody>
        </p:sp>
        <p:sp>
          <p:nvSpPr>
            <p:cNvPr name="TextBox 44" id="44"/>
            <p:cNvSpPr txBox="true"/>
            <p:nvPr/>
          </p:nvSpPr>
          <p:spPr>
            <a:xfrm rot="0">
              <a:off x="0" y="2069776"/>
              <a:ext cx="5686453" cy="1528360"/>
            </a:xfrm>
            <a:prstGeom prst="rect">
              <a:avLst/>
            </a:prstGeom>
          </p:spPr>
          <p:txBody>
            <a:bodyPr anchor="t" rtlCol="false" tIns="0" lIns="0" bIns="0" rIns="0">
              <a:spAutoFit/>
            </a:bodyPr>
            <a:lstStyle/>
            <a:p>
              <a:pPr algn="l" marL="0" indent="0" lvl="1">
                <a:lnSpc>
                  <a:spcPts val="2287"/>
                </a:lnSpc>
              </a:pPr>
              <a:r>
                <a:rPr lang="en-US" sz="1599" strike="noStrike" u="none">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Praesent risus leo, fringilla et nulla at, egestas euismod orci.</a:t>
              </a:r>
            </a:p>
          </p:txBody>
        </p:sp>
      </p:grpSp>
      <p:sp>
        <p:nvSpPr>
          <p:cNvPr name="TextBox 45" id="45"/>
          <p:cNvSpPr txBox="true"/>
          <p:nvPr/>
        </p:nvSpPr>
        <p:spPr>
          <a:xfrm rot="0">
            <a:off x="1016513" y="873287"/>
            <a:ext cx="12396227" cy="869950"/>
          </a:xfrm>
          <a:prstGeom prst="rect">
            <a:avLst/>
          </a:prstGeom>
        </p:spPr>
        <p:txBody>
          <a:bodyPr anchor="t" rtlCol="false" tIns="0" lIns="0" bIns="0" rIns="0">
            <a:spAutoFit/>
          </a:bodyPr>
          <a:lstStyle/>
          <a:p>
            <a:pPr algn="l" marL="0" indent="0" lvl="0">
              <a:lnSpc>
                <a:spcPts val="6799"/>
              </a:lnSpc>
              <a:spcBef>
                <a:spcPct val="0"/>
              </a:spcBef>
            </a:pPr>
            <a:r>
              <a:rPr lang="en-US" b="true" sz="3999" spc="235">
                <a:solidFill>
                  <a:srgbClr val="C7C2EF"/>
                </a:solidFill>
                <a:latin typeface="ITC Avant Garde Gothic Bold"/>
                <a:ea typeface="ITC Avant Garde Gothic Bold"/>
                <a:cs typeface="ITC Avant Garde Gothic Bold"/>
                <a:sym typeface="ITC Avant Garde Gothic Bold"/>
              </a:rPr>
              <a:t>L</a:t>
            </a:r>
            <a:r>
              <a:rPr lang="en-US" b="true" sz="3999" spc="235" strike="noStrike" u="none">
                <a:solidFill>
                  <a:srgbClr val="C7C2EF"/>
                </a:solidFill>
                <a:latin typeface="ITC Avant Garde Gothic Bold"/>
                <a:ea typeface="ITC Avant Garde Gothic Bold"/>
                <a:cs typeface="ITC Avant Garde Gothic Bold"/>
                <a:sym typeface="ITC Avant Garde Gothic Bold"/>
              </a:rPr>
              <a:t>as principales empresas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7081E"/>
        </a:solidFill>
      </p:bgPr>
    </p:bg>
    <p:spTree>
      <p:nvGrpSpPr>
        <p:cNvPr id="1" name=""/>
        <p:cNvGrpSpPr/>
        <p:nvPr/>
      </p:nvGrpSpPr>
      <p:grpSpPr>
        <a:xfrm>
          <a:off x="0" y="0"/>
          <a:ext cx="0" cy="0"/>
          <a:chOff x="0" y="0"/>
          <a:chExt cx="0" cy="0"/>
        </a:xfrm>
      </p:grpSpPr>
      <p:sp>
        <p:nvSpPr>
          <p:cNvPr name="Freeform 2" id="2"/>
          <p:cNvSpPr/>
          <p:nvPr/>
        </p:nvSpPr>
        <p:spPr>
          <a:xfrm flipH="false" flipV="false" rot="6304480">
            <a:off x="-2679368" y="2898854"/>
            <a:ext cx="9014607" cy="9654198"/>
          </a:xfrm>
          <a:custGeom>
            <a:avLst/>
            <a:gdLst/>
            <a:ahLst/>
            <a:cxnLst/>
            <a:rect r="r" b="b" t="t" l="l"/>
            <a:pathLst>
              <a:path h="9654198" w="9014607">
                <a:moveTo>
                  <a:pt x="0" y="0"/>
                </a:moveTo>
                <a:lnTo>
                  <a:pt x="9014607" y="0"/>
                </a:lnTo>
                <a:lnTo>
                  <a:pt x="9014607" y="9654198"/>
                </a:lnTo>
                <a:lnTo>
                  <a:pt x="0" y="96541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6304480">
            <a:off x="13916840" y="-3490551"/>
            <a:ext cx="9014607" cy="9654198"/>
          </a:xfrm>
          <a:custGeom>
            <a:avLst/>
            <a:gdLst/>
            <a:ahLst/>
            <a:cxnLst/>
            <a:rect r="r" b="b" t="t" l="l"/>
            <a:pathLst>
              <a:path h="9654198" w="9014607">
                <a:moveTo>
                  <a:pt x="0" y="0"/>
                </a:moveTo>
                <a:lnTo>
                  <a:pt x="9014607" y="0"/>
                </a:lnTo>
                <a:lnTo>
                  <a:pt x="9014607" y="9654198"/>
                </a:lnTo>
                <a:lnTo>
                  <a:pt x="0" y="96541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1028700" y="3688615"/>
            <a:ext cx="3315401" cy="4425900"/>
          </a:xfrm>
          <a:custGeom>
            <a:avLst/>
            <a:gdLst/>
            <a:ahLst/>
            <a:cxnLst/>
            <a:rect r="r" b="b" t="t" l="l"/>
            <a:pathLst>
              <a:path h="4425900" w="3315401">
                <a:moveTo>
                  <a:pt x="0" y="0"/>
                </a:moveTo>
                <a:lnTo>
                  <a:pt x="3315401" y="0"/>
                </a:lnTo>
                <a:lnTo>
                  <a:pt x="3315401" y="4425900"/>
                </a:lnTo>
                <a:lnTo>
                  <a:pt x="0" y="44259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1633654" y="726209"/>
            <a:ext cx="3894439" cy="2202128"/>
          </a:xfrm>
          <a:custGeom>
            <a:avLst/>
            <a:gdLst/>
            <a:ahLst/>
            <a:cxnLst/>
            <a:rect r="r" b="b" t="t" l="l"/>
            <a:pathLst>
              <a:path h="2202128" w="3894439">
                <a:moveTo>
                  <a:pt x="0" y="0"/>
                </a:moveTo>
                <a:lnTo>
                  <a:pt x="3894439" y="0"/>
                </a:lnTo>
                <a:lnTo>
                  <a:pt x="3894439" y="2202128"/>
                </a:lnTo>
                <a:lnTo>
                  <a:pt x="0" y="22021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4412296" y="3867150"/>
            <a:ext cx="9463408" cy="2533650"/>
          </a:xfrm>
          <a:prstGeom prst="rect">
            <a:avLst/>
          </a:prstGeom>
        </p:spPr>
        <p:txBody>
          <a:bodyPr anchor="t" rtlCol="false" tIns="0" lIns="0" bIns="0" rIns="0">
            <a:spAutoFit/>
          </a:bodyPr>
          <a:lstStyle/>
          <a:p>
            <a:pPr algn="ctr">
              <a:lnSpc>
                <a:spcPts val="9000"/>
              </a:lnSpc>
            </a:pPr>
            <a:r>
              <a:rPr lang="en-US" sz="9000" spc="351">
                <a:solidFill>
                  <a:srgbClr val="FF983D"/>
                </a:solidFill>
                <a:latin typeface="Retropix"/>
                <a:ea typeface="Retropix"/>
                <a:cs typeface="Retropix"/>
                <a:sym typeface="Retropix"/>
              </a:rPr>
              <a:t>LA ESTRATEGIA GENERAL</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7081E"/>
        </a:solidFill>
      </p:bgPr>
    </p:bg>
    <p:spTree>
      <p:nvGrpSpPr>
        <p:cNvPr id="1" name=""/>
        <p:cNvGrpSpPr/>
        <p:nvPr/>
      </p:nvGrpSpPr>
      <p:grpSpPr>
        <a:xfrm>
          <a:off x="0" y="0"/>
          <a:ext cx="0" cy="0"/>
          <a:chOff x="0" y="0"/>
          <a:chExt cx="0" cy="0"/>
        </a:xfrm>
      </p:grpSpPr>
      <p:grpSp>
        <p:nvGrpSpPr>
          <p:cNvPr name="Group 2" id="2"/>
          <p:cNvGrpSpPr/>
          <p:nvPr/>
        </p:nvGrpSpPr>
        <p:grpSpPr>
          <a:xfrm rot="0">
            <a:off x="1110761" y="5713127"/>
            <a:ext cx="3106383" cy="909381"/>
            <a:chOff x="0" y="0"/>
            <a:chExt cx="1388235" cy="406400"/>
          </a:xfrm>
        </p:grpSpPr>
        <p:sp>
          <p:nvSpPr>
            <p:cNvPr name="Freeform 3" id="3"/>
            <p:cNvSpPr/>
            <p:nvPr/>
          </p:nvSpPr>
          <p:spPr>
            <a:xfrm flipH="false" flipV="false" rot="0">
              <a:off x="0" y="0"/>
              <a:ext cx="1388235" cy="406400"/>
            </a:xfrm>
            <a:custGeom>
              <a:avLst/>
              <a:gdLst/>
              <a:ahLst/>
              <a:cxnLst/>
              <a:rect r="r" b="b" t="t" l="l"/>
              <a:pathLst>
                <a:path h="406400" w="1388235">
                  <a:moveTo>
                    <a:pt x="1041176" y="0"/>
                  </a:moveTo>
                  <a:lnTo>
                    <a:pt x="0" y="0"/>
                  </a:lnTo>
                  <a:lnTo>
                    <a:pt x="0" y="406400"/>
                  </a:lnTo>
                  <a:lnTo>
                    <a:pt x="1041176" y="406400"/>
                  </a:lnTo>
                  <a:lnTo>
                    <a:pt x="1388235" y="203200"/>
                  </a:lnTo>
                  <a:lnTo>
                    <a:pt x="1041176" y="0"/>
                  </a:lnTo>
                  <a:close/>
                </a:path>
              </a:pathLst>
            </a:custGeom>
            <a:solidFill>
              <a:srgbClr val="C7C2EF"/>
            </a:solidFill>
          </p:spPr>
        </p:sp>
        <p:sp>
          <p:nvSpPr>
            <p:cNvPr name="TextBox 4" id="4"/>
            <p:cNvSpPr txBox="true"/>
            <p:nvPr/>
          </p:nvSpPr>
          <p:spPr>
            <a:xfrm>
              <a:off x="0" y="-161925"/>
              <a:ext cx="1193014" cy="568325"/>
            </a:xfrm>
            <a:prstGeom prst="rect">
              <a:avLst/>
            </a:prstGeom>
          </p:spPr>
          <p:txBody>
            <a:bodyPr anchor="ctr" rtlCol="false" tIns="50800" lIns="50800" bIns="50800" rIns="50800"/>
            <a:lstStyle/>
            <a:p>
              <a:pPr algn="ctr">
                <a:lnSpc>
                  <a:spcPts val="5599"/>
                </a:lnSpc>
              </a:pPr>
              <a:r>
                <a:rPr lang="en-US" sz="3999">
                  <a:solidFill>
                    <a:srgbClr val="17081E"/>
                  </a:solidFill>
                  <a:latin typeface="Retropix"/>
                  <a:ea typeface="Retropix"/>
                  <a:cs typeface="Retropix"/>
                  <a:sym typeface="Retropix"/>
                </a:rPr>
                <a:t>2030</a:t>
              </a:r>
            </a:p>
          </p:txBody>
        </p:sp>
      </p:grpSp>
      <p:grpSp>
        <p:nvGrpSpPr>
          <p:cNvPr name="Group 5" id="5"/>
          <p:cNvGrpSpPr/>
          <p:nvPr/>
        </p:nvGrpSpPr>
        <p:grpSpPr>
          <a:xfrm rot="0">
            <a:off x="4338482" y="5713127"/>
            <a:ext cx="3106383" cy="909381"/>
            <a:chOff x="0" y="0"/>
            <a:chExt cx="1388235" cy="406400"/>
          </a:xfrm>
        </p:grpSpPr>
        <p:sp>
          <p:nvSpPr>
            <p:cNvPr name="Freeform 6" id="6"/>
            <p:cNvSpPr/>
            <p:nvPr/>
          </p:nvSpPr>
          <p:spPr>
            <a:xfrm flipH="false" flipV="false" rot="0">
              <a:off x="0" y="0"/>
              <a:ext cx="1388235" cy="406400"/>
            </a:xfrm>
            <a:custGeom>
              <a:avLst/>
              <a:gdLst/>
              <a:ahLst/>
              <a:cxnLst/>
              <a:rect r="r" b="b" t="t" l="l"/>
              <a:pathLst>
                <a:path h="406400" w="1388235">
                  <a:moveTo>
                    <a:pt x="1041176" y="0"/>
                  </a:moveTo>
                  <a:lnTo>
                    <a:pt x="0" y="0"/>
                  </a:lnTo>
                  <a:lnTo>
                    <a:pt x="0" y="406400"/>
                  </a:lnTo>
                  <a:lnTo>
                    <a:pt x="1041176" y="406400"/>
                  </a:lnTo>
                  <a:lnTo>
                    <a:pt x="1388235" y="203200"/>
                  </a:lnTo>
                  <a:lnTo>
                    <a:pt x="1041176" y="0"/>
                  </a:lnTo>
                  <a:close/>
                </a:path>
              </a:pathLst>
            </a:custGeom>
            <a:solidFill>
              <a:srgbClr val="FF983D"/>
            </a:solidFill>
          </p:spPr>
        </p:sp>
        <p:sp>
          <p:nvSpPr>
            <p:cNvPr name="TextBox 7" id="7"/>
            <p:cNvSpPr txBox="true"/>
            <p:nvPr/>
          </p:nvSpPr>
          <p:spPr>
            <a:xfrm>
              <a:off x="0" y="-161925"/>
              <a:ext cx="1193014" cy="568325"/>
            </a:xfrm>
            <a:prstGeom prst="rect">
              <a:avLst/>
            </a:prstGeom>
          </p:spPr>
          <p:txBody>
            <a:bodyPr anchor="ctr" rtlCol="false" tIns="50800" lIns="50800" bIns="50800" rIns="50800"/>
            <a:lstStyle/>
            <a:p>
              <a:pPr algn="ctr">
                <a:lnSpc>
                  <a:spcPts val="5599"/>
                </a:lnSpc>
              </a:pPr>
              <a:r>
                <a:rPr lang="en-US" sz="3999">
                  <a:solidFill>
                    <a:srgbClr val="17081E"/>
                  </a:solidFill>
                  <a:latin typeface="Retropix"/>
                  <a:ea typeface="Retropix"/>
                  <a:cs typeface="Retropix"/>
                  <a:sym typeface="Retropix"/>
                </a:rPr>
                <a:t>2031</a:t>
              </a:r>
            </a:p>
          </p:txBody>
        </p:sp>
      </p:grpSp>
      <p:grpSp>
        <p:nvGrpSpPr>
          <p:cNvPr name="Group 8" id="8"/>
          <p:cNvGrpSpPr/>
          <p:nvPr/>
        </p:nvGrpSpPr>
        <p:grpSpPr>
          <a:xfrm rot="0">
            <a:off x="7590808" y="5713127"/>
            <a:ext cx="3106383" cy="909381"/>
            <a:chOff x="0" y="0"/>
            <a:chExt cx="1388235" cy="406400"/>
          </a:xfrm>
        </p:grpSpPr>
        <p:sp>
          <p:nvSpPr>
            <p:cNvPr name="Freeform 9" id="9"/>
            <p:cNvSpPr/>
            <p:nvPr/>
          </p:nvSpPr>
          <p:spPr>
            <a:xfrm flipH="false" flipV="false" rot="0">
              <a:off x="0" y="0"/>
              <a:ext cx="1388235" cy="406400"/>
            </a:xfrm>
            <a:custGeom>
              <a:avLst/>
              <a:gdLst/>
              <a:ahLst/>
              <a:cxnLst/>
              <a:rect r="r" b="b" t="t" l="l"/>
              <a:pathLst>
                <a:path h="406400" w="1388235">
                  <a:moveTo>
                    <a:pt x="1041176" y="0"/>
                  </a:moveTo>
                  <a:lnTo>
                    <a:pt x="0" y="0"/>
                  </a:lnTo>
                  <a:lnTo>
                    <a:pt x="0" y="406400"/>
                  </a:lnTo>
                  <a:lnTo>
                    <a:pt x="1041176" y="406400"/>
                  </a:lnTo>
                  <a:lnTo>
                    <a:pt x="1388235" y="203200"/>
                  </a:lnTo>
                  <a:lnTo>
                    <a:pt x="1041176" y="0"/>
                  </a:lnTo>
                  <a:close/>
                </a:path>
              </a:pathLst>
            </a:custGeom>
            <a:solidFill>
              <a:srgbClr val="C7C2EF"/>
            </a:solidFill>
            <a:ln cap="sq">
              <a:noFill/>
              <a:prstDash val="solid"/>
              <a:miter/>
            </a:ln>
          </p:spPr>
        </p:sp>
        <p:sp>
          <p:nvSpPr>
            <p:cNvPr name="TextBox 10" id="10"/>
            <p:cNvSpPr txBox="true"/>
            <p:nvPr/>
          </p:nvSpPr>
          <p:spPr>
            <a:xfrm>
              <a:off x="0" y="-161925"/>
              <a:ext cx="1193014" cy="568325"/>
            </a:xfrm>
            <a:prstGeom prst="rect">
              <a:avLst/>
            </a:prstGeom>
          </p:spPr>
          <p:txBody>
            <a:bodyPr anchor="ctr" rtlCol="false" tIns="50800" lIns="50800" bIns="50800" rIns="50800"/>
            <a:lstStyle/>
            <a:p>
              <a:pPr algn="ctr" marL="0" indent="0" lvl="0">
                <a:lnSpc>
                  <a:spcPts val="5599"/>
                </a:lnSpc>
                <a:spcBef>
                  <a:spcPct val="0"/>
                </a:spcBef>
              </a:pPr>
              <a:r>
                <a:rPr lang="en-US" sz="3999" strike="noStrike" u="none">
                  <a:solidFill>
                    <a:srgbClr val="17081E"/>
                  </a:solidFill>
                  <a:latin typeface="Retropix"/>
                  <a:ea typeface="Retropix"/>
                  <a:cs typeface="Retropix"/>
                  <a:sym typeface="Retropix"/>
                </a:rPr>
                <a:t>2032</a:t>
              </a:r>
            </a:p>
          </p:txBody>
        </p:sp>
      </p:grpSp>
      <p:grpSp>
        <p:nvGrpSpPr>
          <p:cNvPr name="Group 11" id="11"/>
          <p:cNvGrpSpPr/>
          <p:nvPr/>
        </p:nvGrpSpPr>
        <p:grpSpPr>
          <a:xfrm rot="0">
            <a:off x="10840067" y="5713127"/>
            <a:ext cx="3106383" cy="909381"/>
            <a:chOff x="0" y="0"/>
            <a:chExt cx="1388235" cy="406400"/>
          </a:xfrm>
        </p:grpSpPr>
        <p:sp>
          <p:nvSpPr>
            <p:cNvPr name="Freeform 12" id="12"/>
            <p:cNvSpPr/>
            <p:nvPr/>
          </p:nvSpPr>
          <p:spPr>
            <a:xfrm flipH="false" flipV="false" rot="0">
              <a:off x="0" y="0"/>
              <a:ext cx="1388235" cy="406400"/>
            </a:xfrm>
            <a:custGeom>
              <a:avLst/>
              <a:gdLst/>
              <a:ahLst/>
              <a:cxnLst/>
              <a:rect r="r" b="b" t="t" l="l"/>
              <a:pathLst>
                <a:path h="406400" w="1388235">
                  <a:moveTo>
                    <a:pt x="1041176" y="0"/>
                  </a:moveTo>
                  <a:lnTo>
                    <a:pt x="0" y="0"/>
                  </a:lnTo>
                  <a:lnTo>
                    <a:pt x="0" y="406400"/>
                  </a:lnTo>
                  <a:lnTo>
                    <a:pt x="1041176" y="406400"/>
                  </a:lnTo>
                  <a:lnTo>
                    <a:pt x="1388235" y="203200"/>
                  </a:lnTo>
                  <a:lnTo>
                    <a:pt x="1041176" y="0"/>
                  </a:lnTo>
                  <a:close/>
                </a:path>
              </a:pathLst>
            </a:custGeom>
            <a:solidFill>
              <a:srgbClr val="FF983D"/>
            </a:solidFill>
            <a:ln cap="sq">
              <a:noFill/>
              <a:prstDash val="solid"/>
              <a:miter/>
            </a:ln>
          </p:spPr>
        </p:sp>
        <p:sp>
          <p:nvSpPr>
            <p:cNvPr name="TextBox 13" id="13"/>
            <p:cNvSpPr txBox="true"/>
            <p:nvPr/>
          </p:nvSpPr>
          <p:spPr>
            <a:xfrm>
              <a:off x="0" y="-161925"/>
              <a:ext cx="1193014" cy="568325"/>
            </a:xfrm>
            <a:prstGeom prst="rect">
              <a:avLst/>
            </a:prstGeom>
          </p:spPr>
          <p:txBody>
            <a:bodyPr anchor="ctr" rtlCol="false" tIns="50800" lIns="50800" bIns="50800" rIns="50800"/>
            <a:lstStyle/>
            <a:p>
              <a:pPr algn="ctr" marL="0" indent="0" lvl="0">
                <a:lnSpc>
                  <a:spcPts val="5599"/>
                </a:lnSpc>
                <a:spcBef>
                  <a:spcPct val="0"/>
                </a:spcBef>
              </a:pPr>
              <a:r>
                <a:rPr lang="en-US" sz="3999" strike="noStrike" u="none">
                  <a:solidFill>
                    <a:srgbClr val="17081E"/>
                  </a:solidFill>
                  <a:latin typeface="Retropix"/>
                  <a:ea typeface="Retropix"/>
                  <a:cs typeface="Retropix"/>
                  <a:sym typeface="Retropix"/>
                </a:rPr>
                <a:t>2033</a:t>
              </a:r>
            </a:p>
          </p:txBody>
        </p:sp>
      </p:grpSp>
      <p:grpSp>
        <p:nvGrpSpPr>
          <p:cNvPr name="Group 14" id="14"/>
          <p:cNvGrpSpPr/>
          <p:nvPr/>
        </p:nvGrpSpPr>
        <p:grpSpPr>
          <a:xfrm rot="0">
            <a:off x="14089325" y="5713127"/>
            <a:ext cx="3106383" cy="909381"/>
            <a:chOff x="0" y="0"/>
            <a:chExt cx="1388235" cy="406400"/>
          </a:xfrm>
        </p:grpSpPr>
        <p:sp>
          <p:nvSpPr>
            <p:cNvPr name="Freeform 15" id="15"/>
            <p:cNvSpPr/>
            <p:nvPr/>
          </p:nvSpPr>
          <p:spPr>
            <a:xfrm flipH="false" flipV="false" rot="0">
              <a:off x="0" y="0"/>
              <a:ext cx="1388235" cy="406400"/>
            </a:xfrm>
            <a:custGeom>
              <a:avLst/>
              <a:gdLst/>
              <a:ahLst/>
              <a:cxnLst/>
              <a:rect r="r" b="b" t="t" l="l"/>
              <a:pathLst>
                <a:path h="406400" w="1388235">
                  <a:moveTo>
                    <a:pt x="1041176" y="0"/>
                  </a:moveTo>
                  <a:lnTo>
                    <a:pt x="0" y="0"/>
                  </a:lnTo>
                  <a:lnTo>
                    <a:pt x="0" y="406400"/>
                  </a:lnTo>
                  <a:lnTo>
                    <a:pt x="1041176" y="406400"/>
                  </a:lnTo>
                  <a:lnTo>
                    <a:pt x="1388235" y="203200"/>
                  </a:lnTo>
                  <a:lnTo>
                    <a:pt x="1041176" y="0"/>
                  </a:lnTo>
                  <a:close/>
                </a:path>
              </a:pathLst>
            </a:custGeom>
            <a:solidFill>
              <a:srgbClr val="C7C2EF"/>
            </a:solidFill>
            <a:ln cap="sq">
              <a:noFill/>
              <a:prstDash val="solid"/>
              <a:miter/>
            </a:ln>
          </p:spPr>
        </p:sp>
        <p:sp>
          <p:nvSpPr>
            <p:cNvPr name="TextBox 16" id="16"/>
            <p:cNvSpPr txBox="true"/>
            <p:nvPr/>
          </p:nvSpPr>
          <p:spPr>
            <a:xfrm>
              <a:off x="0" y="-161925"/>
              <a:ext cx="1193014" cy="568325"/>
            </a:xfrm>
            <a:prstGeom prst="rect">
              <a:avLst/>
            </a:prstGeom>
          </p:spPr>
          <p:txBody>
            <a:bodyPr anchor="ctr" rtlCol="false" tIns="50800" lIns="50800" bIns="50800" rIns="50800"/>
            <a:lstStyle/>
            <a:p>
              <a:pPr algn="ctr" marL="0" indent="0" lvl="0">
                <a:lnSpc>
                  <a:spcPts val="5599"/>
                </a:lnSpc>
                <a:spcBef>
                  <a:spcPct val="0"/>
                </a:spcBef>
              </a:pPr>
              <a:r>
                <a:rPr lang="en-US" sz="3999" strike="noStrike" u="none">
                  <a:solidFill>
                    <a:srgbClr val="17081E"/>
                  </a:solidFill>
                  <a:latin typeface="Retropix"/>
                  <a:ea typeface="Retropix"/>
                  <a:cs typeface="Retropix"/>
                  <a:sym typeface="Retropix"/>
                </a:rPr>
                <a:t>2034</a:t>
              </a:r>
            </a:p>
          </p:txBody>
        </p:sp>
      </p:grpSp>
      <p:grpSp>
        <p:nvGrpSpPr>
          <p:cNvPr name="Group 17" id="17"/>
          <p:cNvGrpSpPr/>
          <p:nvPr/>
        </p:nvGrpSpPr>
        <p:grpSpPr>
          <a:xfrm rot="0">
            <a:off x="1119893" y="2516442"/>
            <a:ext cx="3097251" cy="2755375"/>
            <a:chOff x="0" y="0"/>
            <a:chExt cx="4129669" cy="3673833"/>
          </a:xfrm>
        </p:grpSpPr>
        <p:sp>
          <p:nvSpPr>
            <p:cNvPr name="TextBox 18" id="18"/>
            <p:cNvSpPr txBox="true"/>
            <p:nvPr/>
          </p:nvSpPr>
          <p:spPr>
            <a:xfrm rot="0">
              <a:off x="0" y="-19050"/>
              <a:ext cx="3836054" cy="1662430"/>
            </a:xfrm>
            <a:prstGeom prst="rect">
              <a:avLst/>
            </a:prstGeom>
          </p:spPr>
          <p:txBody>
            <a:bodyPr anchor="t" rtlCol="false" tIns="0" lIns="0" bIns="0" rIns="0">
              <a:spAutoFit/>
            </a:bodyPr>
            <a:lstStyle/>
            <a:p>
              <a:pPr algn="l" marL="0" indent="0" lvl="0">
                <a:lnSpc>
                  <a:spcPts val="3120"/>
                </a:lnSpc>
              </a:pPr>
              <a:r>
                <a:rPr lang="en-US" sz="3000" spc="177" strike="noStrike" u="none">
                  <a:solidFill>
                    <a:srgbClr val="FF983D"/>
                  </a:solidFill>
                  <a:latin typeface="ITC Avant Garde Gothic"/>
                  <a:ea typeface="ITC Avant Garde Gothic"/>
                  <a:cs typeface="ITC Avant Garde Gothic"/>
                  <a:sym typeface="ITC Avant Garde Gothic"/>
                </a:rPr>
                <a:t>Integración en la sociedad</a:t>
              </a:r>
            </a:p>
          </p:txBody>
        </p:sp>
        <p:sp>
          <p:nvSpPr>
            <p:cNvPr name="TextBox 19" id="19"/>
            <p:cNvSpPr txBox="true"/>
            <p:nvPr/>
          </p:nvSpPr>
          <p:spPr>
            <a:xfrm rot="0">
              <a:off x="0" y="1814426"/>
              <a:ext cx="4129669" cy="1859407"/>
            </a:xfrm>
            <a:prstGeom prst="rect">
              <a:avLst/>
            </a:prstGeom>
          </p:spPr>
          <p:txBody>
            <a:bodyPr anchor="t" rtlCol="false" tIns="0" lIns="0" bIns="0" rIns="0">
              <a:spAutoFit/>
            </a:bodyPr>
            <a:lstStyle/>
            <a:p>
              <a:pPr algn="l" marL="0" indent="0" lvl="0">
                <a:lnSpc>
                  <a:spcPts val="2207"/>
                </a:lnSpc>
                <a:spcBef>
                  <a:spcPct val="0"/>
                </a:spcBef>
              </a:pPr>
              <a:r>
                <a:rPr lang="en-US" sz="1599" strike="noStrike" u="none">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Praesent risus leo, fringilla et ipsum.</a:t>
              </a:r>
            </a:p>
          </p:txBody>
        </p:sp>
      </p:grpSp>
      <p:grpSp>
        <p:nvGrpSpPr>
          <p:cNvPr name="Group 20" id="20"/>
          <p:cNvGrpSpPr/>
          <p:nvPr/>
        </p:nvGrpSpPr>
        <p:grpSpPr>
          <a:xfrm rot="0">
            <a:off x="4347614" y="6713427"/>
            <a:ext cx="3097251" cy="2755375"/>
            <a:chOff x="0" y="0"/>
            <a:chExt cx="4129669" cy="3673833"/>
          </a:xfrm>
        </p:grpSpPr>
        <p:sp>
          <p:nvSpPr>
            <p:cNvPr name="TextBox 21" id="21"/>
            <p:cNvSpPr txBox="true"/>
            <p:nvPr/>
          </p:nvSpPr>
          <p:spPr>
            <a:xfrm rot="0">
              <a:off x="0" y="-19050"/>
              <a:ext cx="3836054" cy="1662430"/>
            </a:xfrm>
            <a:prstGeom prst="rect">
              <a:avLst/>
            </a:prstGeom>
          </p:spPr>
          <p:txBody>
            <a:bodyPr anchor="t" rtlCol="false" tIns="0" lIns="0" bIns="0" rIns="0">
              <a:spAutoFit/>
            </a:bodyPr>
            <a:lstStyle/>
            <a:p>
              <a:pPr algn="l" marL="0" indent="0" lvl="0">
                <a:lnSpc>
                  <a:spcPts val="3119"/>
                </a:lnSpc>
                <a:spcBef>
                  <a:spcPct val="0"/>
                </a:spcBef>
              </a:pPr>
              <a:r>
                <a:rPr lang="en-US" sz="2999" spc="176" strike="noStrike" u="none">
                  <a:solidFill>
                    <a:srgbClr val="FF983D"/>
                  </a:solidFill>
                  <a:latin typeface="ITC Avant Garde Gothic"/>
                  <a:ea typeface="ITC Avant Garde Gothic"/>
                  <a:cs typeface="ITC Avant Garde Gothic"/>
                  <a:sym typeface="ITC Avant Garde Gothic"/>
                </a:rPr>
                <a:t>Más aplicaciones profesionales</a:t>
              </a:r>
            </a:p>
          </p:txBody>
        </p:sp>
        <p:sp>
          <p:nvSpPr>
            <p:cNvPr name="TextBox 22" id="22"/>
            <p:cNvSpPr txBox="true"/>
            <p:nvPr/>
          </p:nvSpPr>
          <p:spPr>
            <a:xfrm rot="0">
              <a:off x="0" y="1814426"/>
              <a:ext cx="4129669" cy="1859407"/>
            </a:xfrm>
            <a:prstGeom prst="rect">
              <a:avLst/>
            </a:prstGeom>
          </p:spPr>
          <p:txBody>
            <a:bodyPr anchor="t" rtlCol="false" tIns="0" lIns="0" bIns="0" rIns="0">
              <a:spAutoFit/>
            </a:bodyPr>
            <a:lstStyle/>
            <a:p>
              <a:pPr algn="l" marL="0" indent="0" lvl="0">
                <a:lnSpc>
                  <a:spcPts val="2207"/>
                </a:lnSpc>
                <a:spcBef>
                  <a:spcPct val="0"/>
                </a:spcBef>
              </a:pPr>
              <a:r>
                <a:rPr lang="en-US" sz="1599" strike="noStrike" u="none">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Praesent risus leo, fringilla et ipsum.</a:t>
              </a:r>
            </a:p>
          </p:txBody>
        </p:sp>
      </p:grpSp>
      <p:grpSp>
        <p:nvGrpSpPr>
          <p:cNvPr name="Group 23" id="23"/>
          <p:cNvGrpSpPr/>
          <p:nvPr/>
        </p:nvGrpSpPr>
        <p:grpSpPr>
          <a:xfrm rot="0">
            <a:off x="7599940" y="2321179"/>
            <a:ext cx="3249258" cy="3129067"/>
            <a:chOff x="0" y="0"/>
            <a:chExt cx="4332345" cy="4172090"/>
          </a:xfrm>
        </p:grpSpPr>
        <p:sp>
          <p:nvSpPr>
            <p:cNvPr name="TextBox 24" id="24"/>
            <p:cNvSpPr txBox="true"/>
            <p:nvPr/>
          </p:nvSpPr>
          <p:spPr>
            <a:xfrm rot="0">
              <a:off x="0" y="-19050"/>
              <a:ext cx="4024319" cy="2183130"/>
            </a:xfrm>
            <a:prstGeom prst="rect">
              <a:avLst/>
            </a:prstGeom>
          </p:spPr>
          <p:txBody>
            <a:bodyPr anchor="t" rtlCol="false" tIns="0" lIns="0" bIns="0" rIns="0">
              <a:spAutoFit/>
            </a:bodyPr>
            <a:lstStyle/>
            <a:p>
              <a:pPr algn="l" marL="0" indent="0" lvl="0">
                <a:lnSpc>
                  <a:spcPts val="3119"/>
                </a:lnSpc>
                <a:spcBef>
                  <a:spcPct val="0"/>
                </a:spcBef>
              </a:pPr>
              <a:r>
                <a:rPr lang="en-US" sz="2999" spc="176" strike="noStrike" u="none">
                  <a:solidFill>
                    <a:srgbClr val="FF983D"/>
                  </a:solidFill>
                  <a:latin typeface="ITC Avant Garde Gothic"/>
                  <a:ea typeface="ITC Avant Garde Gothic"/>
                  <a:cs typeface="ITC Avant Garde Gothic"/>
                  <a:sym typeface="ITC Avant Garde Gothic"/>
                </a:rPr>
                <a:t>Más resultados en estudios globales</a:t>
              </a:r>
            </a:p>
          </p:txBody>
        </p:sp>
        <p:sp>
          <p:nvSpPr>
            <p:cNvPr name="TextBox 25" id="25"/>
            <p:cNvSpPr txBox="true"/>
            <p:nvPr/>
          </p:nvSpPr>
          <p:spPr>
            <a:xfrm rot="0">
              <a:off x="0" y="2335126"/>
              <a:ext cx="4332345" cy="1836963"/>
            </a:xfrm>
            <a:prstGeom prst="rect">
              <a:avLst/>
            </a:prstGeom>
          </p:spPr>
          <p:txBody>
            <a:bodyPr anchor="t" rtlCol="false" tIns="0" lIns="0" bIns="0" rIns="0">
              <a:spAutoFit/>
            </a:bodyPr>
            <a:lstStyle/>
            <a:p>
              <a:pPr algn="l" marL="0" indent="0" lvl="0">
                <a:lnSpc>
                  <a:spcPts val="2207"/>
                </a:lnSpc>
                <a:spcBef>
                  <a:spcPct val="0"/>
                </a:spcBef>
              </a:pPr>
              <a:r>
                <a:rPr lang="en-US" sz="1599" strike="noStrike" u="none">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Praesent risus leo, fringilla et ipsum.</a:t>
              </a:r>
            </a:p>
          </p:txBody>
        </p:sp>
      </p:grpSp>
      <p:grpSp>
        <p:nvGrpSpPr>
          <p:cNvPr name="Group 26" id="26"/>
          <p:cNvGrpSpPr/>
          <p:nvPr/>
        </p:nvGrpSpPr>
        <p:grpSpPr>
          <a:xfrm rot="0">
            <a:off x="10849199" y="6713774"/>
            <a:ext cx="3097251" cy="2749354"/>
            <a:chOff x="0" y="0"/>
            <a:chExt cx="4129669" cy="3665805"/>
          </a:xfrm>
        </p:grpSpPr>
        <p:sp>
          <p:nvSpPr>
            <p:cNvPr name="TextBox 27" id="27"/>
            <p:cNvSpPr txBox="true"/>
            <p:nvPr/>
          </p:nvSpPr>
          <p:spPr>
            <a:xfrm rot="0">
              <a:off x="0" y="-19050"/>
              <a:ext cx="3836054" cy="1676845"/>
            </a:xfrm>
            <a:prstGeom prst="rect">
              <a:avLst/>
            </a:prstGeom>
          </p:spPr>
          <p:txBody>
            <a:bodyPr anchor="t" rtlCol="false" tIns="0" lIns="0" bIns="0" rIns="0">
              <a:spAutoFit/>
            </a:bodyPr>
            <a:lstStyle/>
            <a:p>
              <a:pPr algn="l" marL="0" indent="0" lvl="0">
                <a:lnSpc>
                  <a:spcPts val="3119"/>
                </a:lnSpc>
                <a:spcBef>
                  <a:spcPct val="0"/>
                </a:spcBef>
              </a:pPr>
              <a:r>
                <a:rPr lang="en-US" sz="2999" spc="176" strike="noStrike" u="none">
                  <a:solidFill>
                    <a:srgbClr val="FF983D"/>
                  </a:solidFill>
                  <a:latin typeface="ITC Avant Garde Gothic"/>
                  <a:ea typeface="ITC Avant Garde Gothic"/>
                  <a:cs typeface="ITC Avant Garde Gothic"/>
                  <a:sym typeface="ITC Avant Garde Gothic"/>
                </a:rPr>
                <a:t>Las aplicaciones en la salud</a:t>
              </a:r>
            </a:p>
          </p:txBody>
        </p:sp>
        <p:sp>
          <p:nvSpPr>
            <p:cNvPr name="TextBox 28" id="28"/>
            <p:cNvSpPr txBox="true"/>
            <p:nvPr/>
          </p:nvSpPr>
          <p:spPr>
            <a:xfrm rot="0">
              <a:off x="0" y="1828842"/>
              <a:ext cx="4129669" cy="1836963"/>
            </a:xfrm>
            <a:prstGeom prst="rect">
              <a:avLst/>
            </a:prstGeom>
          </p:spPr>
          <p:txBody>
            <a:bodyPr anchor="t" rtlCol="false" tIns="0" lIns="0" bIns="0" rIns="0">
              <a:spAutoFit/>
            </a:bodyPr>
            <a:lstStyle/>
            <a:p>
              <a:pPr algn="l" marL="0" indent="0" lvl="0">
                <a:lnSpc>
                  <a:spcPts val="2207"/>
                </a:lnSpc>
                <a:spcBef>
                  <a:spcPct val="0"/>
                </a:spcBef>
              </a:pPr>
              <a:r>
                <a:rPr lang="en-US" sz="1599" strike="noStrike" u="none">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Praesent risus leo, fringilla et ipsum.</a:t>
              </a:r>
            </a:p>
          </p:txBody>
        </p:sp>
      </p:grpSp>
      <p:grpSp>
        <p:nvGrpSpPr>
          <p:cNvPr name="Group 29" id="29"/>
          <p:cNvGrpSpPr/>
          <p:nvPr/>
        </p:nvGrpSpPr>
        <p:grpSpPr>
          <a:xfrm rot="0">
            <a:off x="14098457" y="2691115"/>
            <a:ext cx="3097251" cy="2749354"/>
            <a:chOff x="0" y="0"/>
            <a:chExt cx="4129669" cy="3665805"/>
          </a:xfrm>
        </p:grpSpPr>
        <p:sp>
          <p:nvSpPr>
            <p:cNvPr name="TextBox 30" id="30"/>
            <p:cNvSpPr txBox="true"/>
            <p:nvPr/>
          </p:nvSpPr>
          <p:spPr>
            <a:xfrm rot="0">
              <a:off x="0" y="-19050"/>
              <a:ext cx="3836054" cy="1676845"/>
            </a:xfrm>
            <a:prstGeom prst="rect">
              <a:avLst/>
            </a:prstGeom>
          </p:spPr>
          <p:txBody>
            <a:bodyPr anchor="t" rtlCol="false" tIns="0" lIns="0" bIns="0" rIns="0">
              <a:spAutoFit/>
            </a:bodyPr>
            <a:lstStyle/>
            <a:p>
              <a:pPr algn="l" marL="0" indent="0" lvl="0">
                <a:lnSpc>
                  <a:spcPts val="3119"/>
                </a:lnSpc>
                <a:spcBef>
                  <a:spcPct val="0"/>
                </a:spcBef>
              </a:pPr>
              <a:r>
                <a:rPr lang="en-US" sz="2999" spc="176" strike="noStrike" u="none">
                  <a:solidFill>
                    <a:srgbClr val="FF983D"/>
                  </a:solidFill>
                  <a:latin typeface="ITC Avant Garde Gothic"/>
                  <a:ea typeface="ITC Avant Garde Gothic"/>
                  <a:cs typeface="ITC Avant Garde Gothic"/>
                  <a:sym typeface="ITC Avant Garde Gothic"/>
                </a:rPr>
                <a:t>Creación de nuevas tecnologías</a:t>
              </a:r>
            </a:p>
          </p:txBody>
        </p:sp>
        <p:sp>
          <p:nvSpPr>
            <p:cNvPr name="TextBox 31" id="31"/>
            <p:cNvSpPr txBox="true"/>
            <p:nvPr/>
          </p:nvSpPr>
          <p:spPr>
            <a:xfrm rot="0">
              <a:off x="0" y="1828842"/>
              <a:ext cx="4129669" cy="1836963"/>
            </a:xfrm>
            <a:prstGeom prst="rect">
              <a:avLst/>
            </a:prstGeom>
          </p:spPr>
          <p:txBody>
            <a:bodyPr anchor="t" rtlCol="false" tIns="0" lIns="0" bIns="0" rIns="0">
              <a:spAutoFit/>
            </a:bodyPr>
            <a:lstStyle/>
            <a:p>
              <a:pPr algn="l" marL="0" indent="0" lvl="0">
                <a:lnSpc>
                  <a:spcPts val="2207"/>
                </a:lnSpc>
                <a:spcBef>
                  <a:spcPct val="0"/>
                </a:spcBef>
              </a:pPr>
              <a:r>
                <a:rPr lang="en-US" sz="1599" strike="noStrike" u="none">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Praesent risus leo, fringilla et ipsum.</a:t>
              </a:r>
            </a:p>
          </p:txBody>
        </p:sp>
      </p:grpSp>
      <p:sp>
        <p:nvSpPr>
          <p:cNvPr name="TextBox 32" id="32"/>
          <p:cNvSpPr txBox="true"/>
          <p:nvPr/>
        </p:nvSpPr>
        <p:spPr>
          <a:xfrm rot="0">
            <a:off x="1016513" y="1091819"/>
            <a:ext cx="12396227" cy="968375"/>
          </a:xfrm>
          <a:prstGeom prst="rect">
            <a:avLst/>
          </a:prstGeom>
        </p:spPr>
        <p:txBody>
          <a:bodyPr anchor="t" rtlCol="false" tIns="0" lIns="0" bIns="0" rIns="0">
            <a:spAutoFit/>
          </a:bodyPr>
          <a:lstStyle/>
          <a:p>
            <a:pPr algn="l" marL="0" indent="0" lvl="0">
              <a:lnSpc>
                <a:spcPts val="7000"/>
              </a:lnSpc>
              <a:spcBef>
                <a:spcPct val="0"/>
              </a:spcBef>
            </a:pPr>
            <a:r>
              <a:rPr lang="en-US" sz="5000" strike="noStrike" u="none">
                <a:solidFill>
                  <a:srgbClr val="FF983D"/>
                </a:solidFill>
                <a:latin typeface="Retropix"/>
                <a:ea typeface="Retropix"/>
                <a:cs typeface="Retropix"/>
                <a:sym typeface="Retropix"/>
              </a:rPr>
              <a:t>El futuro previsto</a:t>
            </a:r>
          </a:p>
        </p:txBody>
      </p:sp>
      <p:sp>
        <p:nvSpPr>
          <p:cNvPr name="Freeform 33" id="33"/>
          <p:cNvSpPr/>
          <p:nvPr/>
        </p:nvSpPr>
        <p:spPr>
          <a:xfrm flipH="false" flipV="false" rot="4993892">
            <a:off x="-634414" y="7182401"/>
            <a:ext cx="3876742" cy="4151799"/>
          </a:xfrm>
          <a:custGeom>
            <a:avLst/>
            <a:gdLst/>
            <a:ahLst/>
            <a:cxnLst/>
            <a:rect r="r" b="b" t="t" l="l"/>
            <a:pathLst>
              <a:path h="4151799" w="3876742">
                <a:moveTo>
                  <a:pt x="0" y="0"/>
                </a:moveTo>
                <a:lnTo>
                  <a:pt x="3876741" y="0"/>
                </a:lnTo>
                <a:lnTo>
                  <a:pt x="3876741" y="4151798"/>
                </a:lnTo>
                <a:lnTo>
                  <a:pt x="0" y="41517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4" id="34"/>
          <p:cNvSpPr/>
          <p:nvPr/>
        </p:nvSpPr>
        <p:spPr>
          <a:xfrm flipH="false" flipV="false" rot="1338659">
            <a:off x="14534090" y="-2399817"/>
            <a:ext cx="4481659" cy="4799635"/>
          </a:xfrm>
          <a:custGeom>
            <a:avLst/>
            <a:gdLst/>
            <a:ahLst/>
            <a:cxnLst/>
            <a:rect r="r" b="b" t="t" l="l"/>
            <a:pathLst>
              <a:path h="4799635" w="4481659">
                <a:moveTo>
                  <a:pt x="0" y="0"/>
                </a:moveTo>
                <a:lnTo>
                  <a:pt x="4481659" y="0"/>
                </a:lnTo>
                <a:lnTo>
                  <a:pt x="4481659" y="4799634"/>
                </a:lnTo>
                <a:lnTo>
                  <a:pt x="0" y="47996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7081E"/>
        </a:solidFill>
      </p:bgPr>
    </p:bg>
    <p:spTree>
      <p:nvGrpSpPr>
        <p:cNvPr id="1" name=""/>
        <p:cNvGrpSpPr/>
        <p:nvPr/>
      </p:nvGrpSpPr>
      <p:grpSpPr>
        <a:xfrm>
          <a:off x="0" y="0"/>
          <a:ext cx="0" cy="0"/>
          <a:chOff x="0" y="0"/>
          <a:chExt cx="0" cy="0"/>
        </a:xfrm>
      </p:grpSpPr>
      <p:grpSp>
        <p:nvGrpSpPr>
          <p:cNvPr name="Group 2" id="2"/>
          <p:cNvGrpSpPr/>
          <p:nvPr/>
        </p:nvGrpSpPr>
        <p:grpSpPr>
          <a:xfrm rot="0">
            <a:off x="1868486" y="4659827"/>
            <a:ext cx="3710011" cy="3615772"/>
            <a:chOff x="0" y="0"/>
            <a:chExt cx="625488" cy="609600"/>
          </a:xfrm>
        </p:grpSpPr>
        <p:sp>
          <p:nvSpPr>
            <p:cNvPr name="Freeform 3" id="3"/>
            <p:cNvSpPr/>
            <p:nvPr/>
          </p:nvSpPr>
          <p:spPr>
            <a:xfrm flipH="false" flipV="false" rot="0">
              <a:off x="0" y="0"/>
              <a:ext cx="625488" cy="609600"/>
            </a:xfrm>
            <a:custGeom>
              <a:avLst/>
              <a:gdLst/>
              <a:ahLst/>
              <a:cxnLst/>
              <a:rect r="r" b="b" t="t" l="l"/>
              <a:pathLst>
                <a:path h="609600" w="625488">
                  <a:moveTo>
                    <a:pt x="0" y="0"/>
                  </a:moveTo>
                  <a:lnTo>
                    <a:pt x="625488" y="0"/>
                  </a:lnTo>
                  <a:lnTo>
                    <a:pt x="625488" y="609600"/>
                  </a:lnTo>
                  <a:lnTo>
                    <a:pt x="0" y="609600"/>
                  </a:lnTo>
                  <a:close/>
                </a:path>
              </a:pathLst>
            </a:custGeom>
            <a:solidFill>
              <a:srgbClr val="3A124D"/>
            </a:solidFill>
            <a:ln cap="sq">
              <a:noFill/>
              <a:prstDash val="solid"/>
              <a:miter/>
            </a:ln>
          </p:spPr>
        </p:sp>
        <p:sp>
          <p:nvSpPr>
            <p:cNvPr name="TextBox 4" id="4"/>
            <p:cNvSpPr txBox="true"/>
            <p:nvPr/>
          </p:nvSpPr>
          <p:spPr>
            <a:xfrm>
              <a:off x="0" y="-76200"/>
              <a:ext cx="625488" cy="685800"/>
            </a:xfrm>
            <a:prstGeom prst="rect">
              <a:avLst/>
            </a:prstGeom>
          </p:spPr>
          <p:txBody>
            <a:bodyPr anchor="ctr" rtlCol="false" tIns="254000" lIns="254000" bIns="254000" rIns="254000"/>
            <a:lstStyle/>
            <a:p>
              <a:pPr algn="ctr" marL="0" indent="0" lvl="0">
                <a:lnSpc>
                  <a:spcPts val="3690"/>
                </a:lnSpc>
                <a:spcBef>
                  <a:spcPct val="0"/>
                </a:spcBef>
              </a:pPr>
              <a:r>
                <a:rPr lang="en-US" sz="3000" spc="24" strike="noStrike" u="none">
                  <a:solidFill>
                    <a:srgbClr val="FF983D"/>
                  </a:solidFill>
                  <a:latin typeface="Retropix"/>
                  <a:ea typeface="Retropix"/>
                  <a:cs typeface="Retropix"/>
                  <a:sym typeface="Retropix"/>
                </a:rPr>
                <a:t>PLANIFICACIÓN INICIAL GENERAL</a:t>
              </a:r>
            </a:p>
          </p:txBody>
        </p:sp>
      </p:grpSp>
      <p:grpSp>
        <p:nvGrpSpPr>
          <p:cNvPr name="Group 5" id="5"/>
          <p:cNvGrpSpPr/>
          <p:nvPr/>
        </p:nvGrpSpPr>
        <p:grpSpPr>
          <a:xfrm rot="0">
            <a:off x="7226421" y="4659827"/>
            <a:ext cx="3639527" cy="3615772"/>
            <a:chOff x="0" y="0"/>
            <a:chExt cx="613605" cy="609600"/>
          </a:xfrm>
        </p:grpSpPr>
        <p:sp>
          <p:nvSpPr>
            <p:cNvPr name="Freeform 6" id="6"/>
            <p:cNvSpPr/>
            <p:nvPr/>
          </p:nvSpPr>
          <p:spPr>
            <a:xfrm flipH="false" flipV="false" rot="0">
              <a:off x="0" y="0"/>
              <a:ext cx="613605" cy="609600"/>
            </a:xfrm>
            <a:custGeom>
              <a:avLst/>
              <a:gdLst/>
              <a:ahLst/>
              <a:cxnLst/>
              <a:rect r="r" b="b" t="t" l="l"/>
              <a:pathLst>
                <a:path h="609600" w="613605">
                  <a:moveTo>
                    <a:pt x="0" y="0"/>
                  </a:moveTo>
                  <a:lnTo>
                    <a:pt x="613605" y="0"/>
                  </a:lnTo>
                  <a:lnTo>
                    <a:pt x="613605" y="609600"/>
                  </a:lnTo>
                  <a:lnTo>
                    <a:pt x="0" y="609600"/>
                  </a:lnTo>
                  <a:close/>
                </a:path>
              </a:pathLst>
            </a:custGeom>
            <a:solidFill>
              <a:srgbClr val="3A124D"/>
            </a:solidFill>
            <a:ln cap="sq">
              <a:noFill/>
              <a:prstDash val="solid"/>
              <a:miter/>
            </a:ln>
          </p:spPr>
        </p:sp>
        <p:sp>
          <p:nvSpPr>
            <p:cNvPr name="TextBox 7" id="7"/>
            <p:cNvSpPr txBox="true"/>
            <p:nvPr/>
          </p:nvSpPr>
          <p:spPr>
            <a:xfrm>
              <a:off x="0" y="-76200"/>
              <a:ext cx="613605" cy="685800"/>
            </a:xfrm>
            <a:prstGeom prst="rect">
              <a:avLst/>
            </a:prstGeom>
          </p:spPr>
          <p:txBody>
            <a:bodyPr anchor="ctr" rtlCol="false" tIns="254000" lIns="254000" bIns="254000" rIns="254000"/>
            <a:lstStyle/>
            <a:p>
              <a:pPr algn="ctr" marL="0" indent="0" lvl="0">
                <a:lnSpc>
                  <a:spcPts val="3690"/>
                </a:lnSpc>
                <a:spcBef>
                  <a:spcPct val="0"/>
                </a:spcBef>
              </a:pPr>
              <a:r>
                <a:rPr lang="en-US" sz="3000" spc="24" strike="noStrike" u="none">
                  <a:solidFill>
                    <a:srgbClr val="FF983D"/>
                  </a:solidFill>
                  <a:latin typeface="Retropix"/>
                  <a:ea typeface="Retropix"/>
                  <a:cs typeface="Retropix"/>
                  <a:sym typeface="Retropix"/>
                </a:rPr>
                <a:t>INFORMAR CONSTANTEMENTE AL EQUIPO SOBRE CADA CAMBIO</a:t>
              </a:r>
            </a:p>
          </p:txBody>
        </p:sp>
      </p:grpSp>
      <p:sp>
        <p:nvSpPr>
          <p:cNvPr name="Freeform 8" id="8"/>
          <p:cNvSpPr/>
          <p:nvPr/>
        </p:nvSpPr>
        <p:spPr>
          <a:xfrm flipH="false" flipV="false" rot="-6455543">
            <a:off x="13768281" y="-1802522"/>
            <a:ext cx="6558000" cy="7023293"/>
          </a:xfrm>
          <a:custGeom>
            <a:avLst/>
            <a:gdLst/>
            <a:ahLst/>
            <a:cxnLst/>
            <a:rect r="r" b="b" t="t" l="l"/>
            <a:pathLst>
              <a:path h="7023293" w="6558000">
                <a:moveTo>
                  <a:pt x="0" y="0"/>
                </a:moveTo>
                <a:lnTo>
                  <a:pt x="6558000" y="0"/>
                </a:lnTo>
                <a:lnTo>
                  <a:pt x="6558000" y="7023293"/>
                </a:lnTo>
                <a:lnTo>
                  <a:pt x="0" y="70232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5400000">
            <a:off x="-1131279" y="6945069"/>
            <a:ext cx="4319958" cy="4626461"/>
          </a:xfrm>
          <a:custGeom>
            <a:avLst/>
            <a:gdLst/>
            <a:ahLst/>
            <a:cxnLst/>
            <a:rect r="r" b="b" t="t" l="l"/>
            <a:pathLst>
              <a:path h="4626461" w="4319958">
                <a:moveTo>
                  <a:pt x="0" y="0"/>
                </a:moveTo>
                <a:lnTo>
                  <a:pt x="4319958" y="0"/>
                </a:lnTo>
                <a:lnTo>
                  <a:pt x="4319958" y="4626462"/>
                </a:lnTo>
                <a:lnTo>
                  <a:pt x="0" y="46264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11456699" y="1028700"/>
            <a:ext cx="3508802" cy="4114800"/>
          </a:xfrm>
          <a:custGeom>
            <a:avLst/>
            <a:gdLst/>
            <a:ahLst/>
            <a:cxnLst/>
            <a:rect r="r" b="b" t="t" l="l"/>
            <a:pathLst>
              <a:path h="4114800" w="3508802">
                <a:moveTo>
                  <a:pt x="0" y="0"/>
                </a:moveTo>
                <a:lnTo>
                  <a:pt x="3508802" y="0"/>
                </a:lnTo>
                <a:lnTo>
                  <a:pt x="3508802"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12708815" y="4659827"/>
            <a:ext cx="3639527" cy="3615772"/>
            <a:chOff x="0" y="0"/>
            <a:chExt cx="613605" cy="609600"/>
          </a:xfrm>
        </p:grpSpPr>
        <p:sp>
          <p:nvSpPr>
            <p:cNvPr name="Freeform 12" id="12"/>
            <p:cNvSpPr/>
            <p:nvPr/>
          </p:nvSpPr>
          <p:spPr>
            <a:xfrm flipH="false" flipV="false" rot="0">
              <a:off x="0" y="0"/>
              <a:ext cx="613605" cy="609600"/>
            </a:xfrm>
            <a:custGeom>
              <a:avLst/>
              <a:gdLst/>
              <a:ahLst/>
              <a:cxnLst/>
              <a:rect r="r" b="b" t="t" l="l"/>
              <a:pathLst>
                <a:path h="609600" w="613605">
                  <a:moveTo>
                    <a:pt x="0" y="0"/>
                  </a:moveTo>
                  <a:lnTo>
                    <a:pt x="613605" y="0"/>
                  </a:lnTo>
                  <a:lnTo>
                    <a:pt x="613605" y="609600"/>
                  </a:lnTo>
                  <a:lnTo>
                    <a:pt x="0" y="609600"/>
                  </a:lnTo>
                  <a:close/>
                </a:path>
              </a:pathLst>
            </a:custGeom>
            <a:solidFill>
              <a:srgbClr val="3A124D"/>
            </a:solidFill>
            <a:ln cap="sq">
              <a:noFill/>
              <a:prstDash val="solid"/>
              <a:miter/>
            </a:ln>
          </p:spPr>
        </p:sp>
        <p:sp>
          <p:nvSpPr>
            <p:cNvPr name="TextBox 13" id="13"/>
            <p:cNvSpPr txBox="true"/>
            <p:nvPr/>
          </p:nvSpPr>
          <p:spPr>
            <a:xfrm>
              <a:off x="0" y="-76200"/>
              <a:ext cx="613605" cy="685800"/>
            </a:xfrm>
            <a:prstGeom prst="rect">
              <a:avLst/>
            </a:prstGeom>
          </p:spPr>
          <p:txBody>
            <a:bodyPr anchor="ctr" rtlCol="false" tIns="254000" lIns="254000" bIns="254000" rIns="254000"/>
            <a:lstStyle/>
            <a:p>
              <a:pPr algn="ctr" marL="0" indent="0" lvl="0">
                <a:lnSpc>
                  <a:spcPts val="3690"/>
                </a:lnSpc>
                <a:spcBef>
                  <a:spcPct val="0"/>
                </a:spcBef>
              </a:pPr>
              <a:r>
                <a:rPr lang="en-US" sz="3000" spc="24" strike="noStrike" u="none">
                  <a:solidFill>
                    <a:srgbClr val="FF983D"/>
                  </a:solidFill>
                  <a:latin typeface="Retropix"/>
                  <a:ea typeface="Retropix"/>
                  <a:cs typeface="Retropix"/>
                  <a:sym typeface="Retropix"/>
                </a:rPr>
                <a:t>ESTABLECER UN PLAN DE ACTUACIÓN Y DE RIESGOS</a:t>
              </a:r>
            </a:p>
          </p:txBody>
        </p:sp>
      </p:grpSp>
      <p:sp>
        <p:nvSpPr>
          <p:cNvPr name="Freeform 14" id="14"/>
          <p:cNvSpPr/>
          <p:nvPr/>
        </p:nvSpPr>
        <p:spPr>
          <a:xfrm flipH="false" flipV="false" rot="-10800000">
            <a:off x="6143113" y="6291034"/>
            <a:ext cx="518691" cy="353358"/>
          </a:xfrm>
          <a:custGeom>
            <a:avLst/>
            <a:gdLst/>
            <a:ahLst/>
            <a:cxnLst/>
            <a:rect r="r" b="b" t="t" l="l"/>
            <a:pathLst>
              <a:path h="353358" w="518691">
                <a:moveTo>
                  <a:pt x="0" y="0"/>
                </a:moveTo>
                <a:lnTo>
                  <a:pt x="518691" y="0"/>
                </a:lnTo>
                <a:lnTo>
                  <a:pt x="518691" y="353359"/>
                </a:lnTo>
                <a:lnTo>
                  <a:pt x="0" y="3533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10800000">
            <a:off x="11456699" y="6291034"/>
            <a:ext cx="518691" cy="353358"/>
          </a:xfrm>
          <a:custGeom>
            <a:avLst/>
            <a:gdLst/>
            <a:ahLst/>
            <a:cxnLst/>
            <a:rect r="r" b="b" t="t" l="l"/>
            <a:pathLst>
              <a:path h="353358" w="518691">
                <a:moveTo>
                  <a:pt x="0" y="0"/>
                </a:moveTo>
                <a:lnTo>
                  <a:pt x="518691" y="0"/>
                </a:lnTo>
                <a:lnTo>
                  <a:pt x="518691" y="353359"/>
                </a:lnTo>
                <a:lnTo>
                  <a:pt x="0" y="3533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16" id="16"/>
          <p:cNvSpPr txBox="true"/>
          <p:nvPr/>
        </p:nvSpPr>
        <p:spPr>
          <a:xfrm rot="0">
            <a:off x="1868486" y="1815093"/>
            <a:ext cx="7770544" cy="968375"/>
          </a:xfrm>
          <a:prstGeom prst="rect">
            <a:avLst/>
          </a:prstGeom>
        </p:spPr>
        <p:txBody>
          <a:bodyPr anchor="t" rtlCol="false" tIns="0" lIns="0" bIns="0" rIns="0">
            <a:spAutoFit/>
          </a:bodyPr>
          <a:lstStyle/>
          <a:p>
            <a:pPr algn="l" marL="0" indent="0" lvl="0">
              <a:lnSpc>
                <a:spcPts val="7000"/>
              </a:lnSpc>
              <a:spcBef>
                <a:spcPct val="0"/>
              </a:spcBef>
            </a:pPr>
            <a:r>
              <a:rPr lang="en-US" sz="5000" strike="noStrike" u="none">
                <a:solidFill>
                  <a:srgbClr val="FF983D"/>
                </a:solidFill>
                <a:latin typeface="Retropix"/>
                <a:ea typeface="Retropix"/>
                <a:cs typeface="Retropix"/>
                <a:sym typeface="Retropix"/>
              </a:rPr>
              <a:t>Los pasos básicos</a:t>
            </a:r>
          </a:p>
        </p:txBody>
      </p:sp>
      <p:sp>
        <p:nvSpPr>
          <p:cNvPr name="TextBox 17" id="17"/>
          <p:cNvSpPr txBox="true"/>
          <p:nvPr/>
        </p:nvSpPr>
        <p:spPr>
          <a:xfrm rot="0">
            <a:off x="1868486" y="2847453"/>
            <a:ext cx="7444225" cy="1059180"/>
          </a:xfrm>
          <a:prstGeom prst="rect">
            <a:avLst/>
          </a:prstGeom>
        </p:spPr>
        <p:txBody>
          <a:bodyPr anchor="t" rtlCol="false" tIns="0" lIns="0" bIns="0" rIns="0">
            <a:spAutoFit/>
          </a:bodyPr>
          <a:lstStyle/>
          <a:p>
            <a:pPr algn="l" marL="0" indent="0" lvl="0">
              <a:lnSpc>
                <a:spcPts val="2760"/>
              </a:lnSpc>
              <a:spcBef>
                <a:spcPct val="0"/>
              </a:spcBef>
            </a:pPr>
            <a:r>
              <a:rPr lang="en-US" sz="2000" strike="noStrike" u="none">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Praesent risus leo, fringilla et ipsum.</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7081E"/>
        </a:solidFill>
      </p:bgPr>
    </p:bg>
    <p:spTree>
      <p:nvGrpSpPr>
        <p:cNvPr id="1" name=""/>
        <p:cNvGrpSpPr/>
        <p:nvPr/>
      </p:nvGrpSpPr>
      <p:grpSpPr>
        <a:xfrm>
          <a:off x="0" y="0"/>
          <a:ext cx="0" cy="0"/>
          <a:chOff x="0" y="0"/>
          <a:chExt cx="0" cy="0"/>
        </a:xfrm>
      </p:grpSpPr>
      <p:sp>
        <p:nvSpPr>
          <p:cNvPr name="Freeform 2" id="2"/>
          <p:cNvSpPr/>
          <p:nvPr/>
        </p:nvSpPr>
        <p:spPr>
          <a:xfrm flipH="false" flipV="false" rot="1499062">
            <a:off x="3638679" y="5547555"/>
            <a:ext cx="6558000" cy="7023293"/>
          </a:xfrm>
          <a:custGeom>
            <a:avLst/>
            <a:gdLst/>
            <a:ahLst/>
            <a:cxnLst/>
            <a:rect r="r" b="b" t="t" l="l"/>
            <a:pathLst>
              <a:path h="7023293" w="6558000">
                <a:moveTo>
                  <a:pt x="0" y="0"/>
                </a:moveTo>
                <a:lnTo>
                  <a:pt x="6558000" y="0"/>
                </a:lnTo>
                <a:lnTo>
                  <a:pt x="6558000" y="7023294"/>
                </a:lnTo>
                <a:lnTo>
                  <a:pt x="0" y="70232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11821730" y="5258956"/>
            <a:ext cx="7317985" cy="1605422"/>
            <a:chOff x="0" y="0"/>
            <a:chExt cx="1927370" cy="422827"/>
          </a:xfrm>
        </p:grpSpPr>
        <p:sp>
          <p:nvSpPr>
            <p:cNvPr name="Freeform 4" id="4"/>
            <p:cNvSpPr/>
            <p:nvPr/>
          </p:nvSpPr>
          <p:spPr>
            <a:xfrm flipH="false" flipV="false" rot="0">
              <a:off x="0" y="0"/>
              <a:ext cx="1927370" cy="422827"/>
            </a:xfrm>
            <a:custGeom>
              <a:avLst/>
              <a:gdLst/>
              <a:ahLst/>
              <a:cxnLst/>
              <a:rect r="r" b="b" t="t" l="l"/>
              <a:pathLst>
                <a:path h="422827" w="1927370">
                  <a:moveTo>
                    <a:pt x="0" y="0"/>
                  </a:moveTo>
                  <a:lnTo>
                    <a:pt x="1927370" y="0"/>
                  </a:lnTo>
                  <a:lnTo>
                    <a:pt x="1927370" y="422827"/>
                  </a:lnTo>
                  <a:lnTo>
                    <a:pt x="0" y="422827"/>
                  </a:lnTo>
                  <a:close/>
                </a:path>
              </a:pathLst>
            </a:custGeom>
            <a:solidFill>
              <a:srgbClr val="3A124D"/>
            </a:solidFill>
            <a:ln cap="sq">
              <a:noFill/>
              <a:prstDash val="solid"/>
              <a:miter/>
            </a:ln>
          </p:spPr>
        </p:sp>
        <p:sp>
          <p:nvSpPr>
            <p:cNvPr name="TextBox 5" id="5"/>
            <p:cNvSpPr txBox="true"/>
            <p:nvPr/>
          </p:nvSpPr>
          <p:spPr>
            <a:xfrm>
              <a:off x="0" y="-57150"/>
              <a:ext cx="1927370" cy="479977"/>
            </a:xfrm>
            <a:prstGeom prst="rect">
              <a:avLst/>
            </a:prstGeom>
          </p:spPr>
          <p:txBody>
            <a:bodyPr anchor="ctr" rtlCol="false" tIns="50800" lIns="50800" bIns="50800" rIns="50800"/>
            <a:lstStyle/>
            <a:p>
              <a:pPr algn="ctr" marL="0" indent="0" lvl="0">
                <a:lnSpc>
                  <a:spcPts val="2952"/>
                </a:lnSpc>
                <a:spcBef>
                  <a:spcPct val="0"/>
                </a:spcBef>
              </a:pPr>
            </a:p>
          </p:txBody>
        </p:sp>
      </p:grpSp>
      <p:grpSp>
        <p:nvGrpSpPr>
          <p:cNvPr name="Group 6" id="6"/>
          <p:cNvGrpSpPr/>
          <p:nvPr/>
        </p:nvGrpSpPr>
        <p:grpSpPr>
          <a:xfrm rot="0">
            <a:off x="11821730" y="7483503"/>
            <a:ext cx="7317985" cy="1605422"/>
            <a:chOff x="0" y="0"/>
            <a:chExt cx="1927370" cy="422827"/>
          </a:xfrm>
        </p:grpSpPr>
        <p:sp>
          <p:nvSpPr>
            <p:cNvPr name="Freeform 7" id="7"/>
            <p:cNvSpPr/>
            <p:nvPr/>
          </p:nvSpPr>
          <p:spPr>
            <a:xfrm flipH="false" flipV="false" rot="0">
              <a:off x="0" y="0"/>
              <a:ext cx="1927370" cy="422827"/>
            </a:xfrm>
            <a:custGeom>
              <a:avLst/>
              <a:gdLst/>
              <a:ahLst/>
              <a:cxnLst/>
              <a:rect r="r" b="b" t="t" l="l"/>
              <a:pathLst>
                <a:path h="422827" w="1927370">
                  <a:moveTo>
                    <a:pt x="0" y="0"/>
                  </a:moveTo>
                  <a:lnTo>
                    <a:pt x="1927370" y="0"/>
                  </a:lnTo>
                  <a:lnTo>
                    <a:pt x="1927370" y="422827"/>
                  </a:lnTo>
                  <a:lnTo>
                    <a:pt x="0" y="422827"/>
                  </a:lnTo>
                  <a:close/>
                </a:path>
              </a:pathLst>
            </a:custGeom>
            <a:solidFill>
              <a:srgbClr val="3A124D"/>
            </a:solidFill>
            <a:ln cap="sq">
              <a:noFill/>
              <a:prstDash val="solid"/>
              <a:miter/>
            </a:ln>
          </p:spPr>
        </p:sp>
        <p:sp>
          <p:nvSpPr>
            <p:cNvPr name="TextBox 8" id="8"/>
            <p:cNvSpPr txBox="true"/>
            <p:nvPr/>
          </p:nvSpPr>
          <p:spPr>
            <a:xfrm>
              <a:off x="0" y="-57150"/>
              <a:ext cx="1927370" cy="479977"/>
            </a:xfrm>
            <a:prstGeom prst="rect">
              <a:avLst/>
            </a:prstGeom>
          </p:spPr>
          <p:txBody>
            <a:bodyPr anchor="ctr" rtlCol="false" tIns="50800" lIns="50800" bIns="50800" rIns="50800"/>
            <a:lstStyle/>
            <a:p>
              <a:pPr algn="ctr" marL="0" indent="0" lvl="0">
                <a:lnSpc>
                  <a:spcPts val="2952"/>
                </a:lnSpc>
                <a:spcBef>
                  <a:spcPct val="0"/>
                </a:spcBef>
              </a:pPr>
            </a:p>
          </p:txBody>
        </p:sp>
      </p:grpSp>
      <p:grpSp>
        <p:nvGrpSpPr>
          <p:cNvPr name="Group 9" id="9"/>
          <p:cNvGrpSpPr/>
          <p:nvPr/>
        </p:nvGrpSpPr>
        <p:grpSpPr>
          <a:xfrm rot="0">
            <a:off x="11821730" y="808232"/>
            <a:ext cx="7317985" cy="1605422"/>
            <a:chOff x="0" y="0"/>
            <a:chExt cx="1927370" cy="422827"/>
          </a:xfrm>
        </p:grpSpPr>
        <p:sp>
          <p:nvSpPr>
            <p:cNvPr name="Freeform 10" id="10"/>
            <p:cNvSpPr/>
            <p:nvPr/>
          </p:nvSpPr>
          <p:spPr>
            <a:xfrm flipH="false" flipV="false" rot="0">
              <a:off x="0" y="0"/>
              <a:ext cx="1927370" cy="422827"/>
            </a:xfrm>
            <a:custGeom>
              <a:avLst/>
              <a:gdLst/>
              <a:ahLst/>
              <a:cxnLst/>
              <a:rect r="r" b="b" t="t" l="l"/>
              <a:pathLst>
                <a:path h="422827" w="1927370">
                  <a:moveTo>
                    <a:pt x="0" y="0"/>
                  </a:moveTo>
                  <a:lnTo>
                    <a:pt x="1927370" y="0"/>
                  </a:lnTo>
                  <a:lnTo>
                    <a:pt x="1927370" y="422827"/>
                  </a:lnTo>
                  <a:lnTo>
                    <a:pt x="0" y="422827"/>
                  </a:lnTo>
                  <a:close/>
                </a:path>
              </a:pathLst>
            </a:custGeom>
            <a:solidFill>
              <a:srgbClr val="3A124D"/>
            </a:solidFill>
            <a:ln cap="sq">
              <a:noFill/>
              <a:prstDash val="solid"/>
              <a:miter/>
            </a:ln>
          </p:spPr>
        </p:sp>
        <p:sp>
          <p:nvSpPr>
            <p:cNvPr name="TextBox 11" id="11"/>
            <p:cNvSpPr txBox="true"/>
            <p:nvPr/>
          </p:nvSpPr>
          <p:spPr>
            <a:xfrm>
              <a:off x="0" y="-57150"/>
              <a:ext cx="1927370" cy="479977"/>
            </a:xfrm>
            <a:prstGeom prst="rect">
              <a:avLst/>
            </a:prstGeom>
          </p:spPr>
          <p:txBody>
            <a:bodyPr anchor="ctr" rtlCol="false" tIns="50800" lIns="50800" bIns="50800" rIns="50800"/>
            <a:lstStyle/>
            <a:p>
              <a:pPr algn="ctr" marL="0" indent="0" lvl="0">
                <a:lnSpc>
                  <a:spcPts val="2952"/>
                </a:lnSpc>
                <a:spcBef>
                  <a:spcPct val="0"/>
                </a:spcBef>
              </a:pPr>
            </a:p>
          </p:txBody>
        </p:sp>
      </p:grpSp>
      <p:grpSp>
        <p:nvGrpSpPr>
          <p:cNvPr name="Group 12" id="12"/>
          <p:cNvGrpSpPr/>
          <p:nvPr/>
        </p:nvGrpSpPr>
        <p:grpSpPr>
          <a:xfrm rot="0">
            <a:off x="11821730" y="3034410"/>
            <a:ext cx="7317985" cy="1605422"/>
            <a:chOff x="0" y="0"/>
            <a:chExt cx="1927370" cy="422827"/>
          </a:xfrm>
        </p:grpSpPr>
        <p:sp>
          <p:nvSpPr>
            <p:cNvPr name="Freeform 13" id="13"/>
            <p:cNvSpPr/>
            <p:nvPr/>
          </p:nvSpPr>
          <p:spPr>
            <a:xfrm flipH="false" flipV="false" rot="0">
              <a:off x="0" y="0"/>
              <a:ext cx="1927370" cy="422827"/>
            </a:xfrm>
            <a:custGeom>
              <a:avLst/>
              <a:gdLst/>
              <a:ahLst/>
              <a:cxnLst/>
              <a:rect r="r" b="b" t="t" l="l"/>
              <a:pathLst>
                <a:path h="422827" w="1927370">
                  <a:moveTo>
                    <a:pt x="0" y="0"/>
                  </a:moveTo>
                  <a:lnTo>
                    <a:pt x="1927370" y="0"/>
                  </a:lnTo>
                  <a:lnTo>
                    <a:pt x="1927370" y="422827"/>
                  </a:lnTo>
                  <a:lnTo>
                    <a:pt x="0" y="422827"/>
                  </a:lnTo>
                  <a:close/>
                </a:path>
              </a:pathLst>
            </a:custGeom>
            <a:solidFill>
              <a:srgbClr val="3A124D"/>
            </a:solidFill>
            <a:ln cap="sq">
              <a:noFill/>
              <a:prstDash val="solid"/>
              <a:miter/>
            </a:ln>
          </p:spPr>
        </p:sp>
        <p:sp>
          <p:nvSpPr>
            <p:cNvPr name="TextBox 14" id="14"/>
            <p:cNvSpPr txBox="true"/>
            <p:nvPr/>
          </p:nvSpPr>
          <p:spPr>
            <a:xfrm>
              <a:off x="0" y="-57150"/>
              <a:ext cx="1927370" cy="479977"/>
            </a:xfrm>
            <a:prstGeom prst="rect">
              <a:avLst/>
            </a:prstGeom>
          </p:spPr>
          <p:txBody>
            <a:bodyPr anchor="ctr" rtlCol="false" tIns="50800" lIns="50800" bIns="50800" rIns="50800"/>
            <a:lstStyle/>
            <a:p>
              <a:pPr algn="ctr" marL="0" indent="0" lvl="0">
                <a:lnSpc>
                  <a:spcPts val="2952"/>
                </a:lnSpc>
                <a:spcBef>
                  <a:spcPct val="0"/>
                </a:spcBef>
              </a:pPr>
            </a:p>
          </p:txBody>
        </p:sp>
      </p:grpSp>
      <p:grpSp>
        <p:nvGrpSpPr>
          <p:cNvPr name="Group 15" id="15"/>
          <p:cNvGrpSpPr/>
          <p:nvPr/>
        </p:nvGrpSpPr>
        <p:grpSpPr>
          <a:xfrm rot="0">
            <a:off x="1392401" y="808232"/>
            <a:ext cx="5013067" cy="5564477"/>
            <a:chOff x="0" y="0"/>
            <a:chExt cx="6684090" cy="7419303"/>
          </a:xfrm>
        </p:grpSpPr>
        <p:sp>
          <p:nvSpPr>
            <p:cNvPr name="TextBox 16" id="16"/>
            <p:cNvSpPr txBox="true"/>
            <p:nvPr/>
          </p:nvSpPr>
          <p:spPr>
            <a:xfrm rot="0">
              <a:off x="0" y="2232412"/>
              <a:ext cx="6684090" cy="5186892"/>
            </a:xfrm>
            <a:prstGeom prst="rect">
              <a:avLst/>
            </a:prstGeom>
          </p:spPr>
          <p:txBody>
            <a:bodyPr anchor="t" rtlCol="false" tIns="0" lIns="0" bIns="0" rIns="0">
              <a:spAutoFit/>
            </a:bodyPr>
            <a:lstStyle/>
            <a:p>
              <a:pPr algn="l" marL="0" indent="0" lvl="0">
                <a:lnSpc>
                  <a:spcPts val="2800"/>
                </a:lnSpc>
                <a:spcBef>
                  <a:spcPct val="0"/>
                </a:spcBef>
              </a:pPr>
              <a:r>
                <a:rPr lang="en-US" sz="2000" spc="154" strike="noStrike" u="none">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Praesent risus leo, fringilla et nulla at, egestas euismod orci. </a:t>
              </a:r>
            </a:p>
            <a:p>
              <a:pPr algn="l" marL="0" indent="0" lvl="0">
                <a:lnSpc>
                  <a:spcPts val="2800"/>
                </a:lnSpc>
                <a:spcBef>
                  <a:spcPct val="0"/>
                </a:spcBef>
              </a:pPr>
            </a:p>
            <a:p>
              <a:pPr algn="l" marL="0" indent="0" lvl="0">
                <a:lnSpc>
                  <a:spcPts val="2800"/>
                </a:lnSpc>
                <a:spcBef>
                  <a:spcPct val="0"/>
                </a:spcBef>
              </a:pPr>
              <a:r>
                <a:rPr lang="en-US" sz="2000" spc="154" strike="noStrike" u="none">
                  <a:solidFill>
                    <a:srgbClr val="C7C2EF"/>
                  </a:solidFill>
                  <a:latin typeface="ITC Avant Garde Gothic"/>
                  <a:ea typeface="ITC Avant Garde Gothic"/>
                  <a:cs typeface="ITC Avant Garde Gothic"/>
                  <a:sym typeface="ITC Avant Garde Gothic"/>
                </a:rPr>
                <a:t>Suspendisse porttitor diam eu condimentum aliquam. Fusce interdum cursus nisl ut rutrum. Donec et sapien sit amet nisl pretium efficitur. </a:t>
              </a:r>
            </a:p>
          </p:txBody>
        </p:sp>
        <p:sp>
          <p:nvSpPr>
            <p:cNvPr name="TextBox 17" id="17"/>
            <p:cNvSpPr txBox="true"/>
            <p:nvPr/>
          </p:nvSpPr>
          <p:spPr>
            <a:xfrm rot="0">
              <a:off x="0" y="-9525"/>
              <a:ext cx="6025660" cy="1863725"/>
            </a:xfrm>
            <a:prstGeom prst="rect">
              <a:avLst/>
            </a:prstGeom>
          </p:spPr>
          <p:txBody>
            <a:bodyPr anchor="t" rtlCol="false" tIns="0" lIns="0" bIns="0" rIns="0">
              <a:spAutoFit/>
            </a:bodyPr>
            <a:lstStyle/>
            <a:p>
              <a:pPr algn="l" marL="0" indent="0" lvl="0">
                <a:lnSpc>
                  <a:spcPts val="4950"/>
                </a:lnSpc>
              </a:pPr>
              <a:r>
                <a:rPr lang="en-US" sz="5000" strike="noStrike" u="none">
                  <a:solidFill>
                    <a:srgbClr val="FF983D"/>
                  </a:solidFill>
                  <a:latin typeface="Retropix"/>
                  <a:ea typeface="Retropix"/>
                  <a:cs typeface="Retropix"/>
                  <a:sym typeface="Retropix"/>
                </a:rPr>
                <a:t>Analizar los datos</a:t>
              </a:r>
            </a:p>
          </p:txBody>
        </p:sp>
      </p:grpSp>
      <p:sp>
        <p:nvSpPr>
          <p:cNvPr name="Freeform 18" id="18"/>
          <p:cNvSpPr/>
          <p:nvPr/>
        </p:nvSpPr>
        <p:spPr>
          <a:xfrm flipH="false" flipV="false" rot="0">
            <a:off x="7334758" y="3161819"/>
            <a:ext cx="3618483" cy="4938377"/>
          </a:xfrm>
          <a:custGeom>
            <a:avLst/>
            <a:gdLst/>
            <a:ahLst/>
            <a:cxnLst/>
            <a:rect r="r" b="b" t="t" l="l"/>
            <a:pathLst>
              <a:path h="4938377" w="3618483">
                <a:moveTo>
                  <a:pt x="0" y="0"/>
                </a:moveTo>
                <a:lnTo>
                  <a:pt x="3618484" y="0"/>
                </a:lnTo>
                <a:lnTo>
                  <a:pt x="3618484" y="4938376"/>
                </a:lnTo>
                <a:lnTo>
                  <a:pt x="0" y="49383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9" id="19"/>
          <p:cNvSpPr txBox="true"/>
          <p:nvPr/>
        </p:nvSpPr>
        <p:spPr>
          <a:xfrm rot="0">
            <a:off x="12227291" y="5439935"/>
            <a:ext cx="3805749" cy="372618"/>
          </a:xfrm>
          <a:prstGeom prst="rect">
            <a:avLst/>
          </a:prstGeom>
        </p:spPr>
        <p:txBody>
          <a:bodyPr anchor="t" rtlCol="false" tIns="0" lIns="0" bIns="0" rIns="0">
            <a:spAutoFit/>
          </a:bodyPr>
          <a:lstStyle/>
          <a:p>
            <a:pPr algn="l" marL="0" indent="0" lvl="0">
              <a:lnSpc>
                <a:spcPts val="2496"/>
              </a:lnSpc>
              <a:spcBef>
                <a:spcPct val="0"/>
              </a:spcBef>
            </a:pPr>
            <a:r>
              <a:rPr lang="en-US" sz="2400" spc="141" strike="noStrike" u="none">
                <a:solidFill>
                  <a:srgbClr val="FF983D"/>
                </a:solidFill>
                <a:latin typeface="ITC Avant Garde Gothic"/>
                <a:ea typeface="ITC Avant Garde Gothic"/>
                <a:cs typeface="ITC Avant Garde Gothic"/>
                <a:sym typeface="ITC Avant Garde Gothic"/>
              </a:rPr>
              <a:t>Estudiar los datos</a:t>
            </a:r>
          </a:p>
        </p:txBody>
      </p:sp>
      <p:sp>
        <p:nvSpPr>
          <p:cNvPr name="TextBox 20" id="20"/>
          <p:cNvSpPr txBox="true"/>
          <p:nvPr/>
        </p:nvSpPr>
        <p:spPr>
          <a:xfrm rot="0">
            <a:off x="12227291" y="5858343"/>
            <a:ext cx="4625903" cy="858774"/>
          </a:xfrm>
          <a:prstGeom prst="rect">
            <a:avLst/>
          </a:prstGeom>
        </p:spPr>
        <p:txBody>
          <a:bodyPr anchor="t" rtlCol="false" tIns="0" lIns="0" bIns="0" rIns="0">
            <a:spAutoFit/>
          </a:bodyPr>
          <a:lstStyle/>
          <a:p>
            <a:pPr algn="l" marL="0" indent="0" lvl="0">
              <a:lnSpc>
                <a:spcPts val="2207"/>
              </a:lnSpc>
              <a:spcBef>
                <a:spcPct val="0"/>
              </a:spcBef>
            </a:pPr>
            <a:r>
              <a:rPr lang="en-US" sz="1599" strike="noStrike" u="none">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Praesent risus leo, fringilla et ipsum.</a:t>
            </a:r>
          </a:p>
        </p:txBody>
      </p:sp>
      <p:sp>
        <p:nvSpPr>
          <p:cNvPr name="TextBox 21" id="21"/>
          <p:cNvSpPr txBox="true"/>
          <p:nvPr/>
        </p:nvSpPr>
        <p:spPr>
          <a:xfrm rot="0">
            <a:off x="12227291" y="1020318"/>
            <a:ext cx="3805749" cy="372618"/>
          </a:xfrm>
          <a:prstGeom prst="rect">
            <a:avLst/>
          </a:prstGeom>
        </p:spPr>
        <p:txBody>
          <a:bodyPr anchor="t" rtlCol="false" tIns="0" lIns="0" bIns="0" rIns="0">
            <a:spAutoFit/>
          </a:bodyPr>
          <a:lstStyle/>
          <a:p>
            <a:pPr algn="l" marL="0" indent="0" lvl="0">
              <a:lnSpc>
                <a:spcPts val="2496"/>
              </a:lnSpc>
              <a:spcBef>
                <a:spcPct val="0"/>
              </a:spcBef>
            </a:pPr>
            <a:r>
              <a:rPr lang="en-US" sz="2400" spc="141" strike="noStrike" u="none">
                <a:solidFill>
                  <a:srgbClr val="FF983D"/>
                </a:solidFill>
                <a:latin typeface="ITC Avant Garde Gothic"/>
                <a:ea typeface="ITC Avant Garde Gothic"/>
                <a:cs typeface="ITC Avant Garde Gothic"/>
                <a:sym typeface="ITC Avant Garde Gothic"/>
              </a:rPr>
              <a:t>Investigaciones</a:t>
            </a:r>
          </a:p>
        </p:txBody>
      </p:sp>
      <p:sp>
        <p:nvSpPr>
          <p:cNvPr name="TextBox 22" id="22"/>
          <p:cNvSpPr txBox="true"/>
          <p:nvPr/>
        </p:nvSpPr>
        <p:spPr>
          <a:xfrm rot="0">
            <a:off x="12227291" y="1388085"/>
            <a:ext cx="4625903" cy="858774"/>
          </a:xfrm>
          <a:prstGeom prst="rect">
            <a:avLst/>
          </a:prstGeom>
        </p:spPr>
        <p:txBody>
          <a:bodyPr anchor="t" rtlCol="false" tIns="0" lIns="0" bIns="0" rIns="0">
            <a:spAutoFit/>
          </a:bodyPr>
          <a:lstStyle/>
          <a:p>
            <a:pPr algn="l" marL="0" indent="0" lvl="0">
              <a:lnSpc>
                <a:spcPts val="2207"/>
              </a:lnSpc>
              <a:spcBef>
                <a:spcPct val="0"/>
              </a:spcBef>
            </a:pPr>
            <a:r>
              <a:rPr lang="en-US" sz="1599" strike="noStrike" u="none">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Praesent risus leo, fringilla et ipsum.</a:t>
            </a:r>
          </a:p>
        </p:txBody>
      </p:sp>
      <p:sp>
        <p:nvSpPr>
          <p:cNvPr name="TextBox 23" id="23"/>
          <p:cNvSpPr txBox="true"/>
          <p:nvPr/>
        </p:nvSpPr>
        <p:spPr>
          <a:xfrm rot="0">
            <a:off x="12227291" y="3214028"/>
            <a:ext cx="3805749" cy="372618"/>
          </a:xfrm>
          <a:prstGeom prst="rect">
            <a:avLst/>
          </a:prstGeom>
        </p:spPr>
        <p:txBody>
          <a:bodyPr anchor="t" rtlCol="false" tIns="0" lIns="0" bIns="0" rIns="0">
            <a:spAutoFit/>
          </a:bodyPr>
          <a:lstStyle/>
          <a:p>
            <a:pPr algn="l" marL="0" indent="0" lvl="0">
              <a:lnSpc>
                <a:spcPts val="2496"/>
              </a:lnSpc>
              <a:spcBef>
                <a:spcPct val="0"/>
              </a:spcBef>
            </a:pPr>
            <a:r>
              <a:rPr lang="en-US" sz="2400" spc="141" strike="noStrike" u="none">
                <a:solidFill>
                  <a:srgbClr val="FF983D"/>
                </a:solidFill>
                <a:latin typeface="ITC Avant Garde Gothic"/>
                <a:ea typeface="ITC Avant Garde Gothic"/>
                <a:cs typeface="ITC Avant Garde Gothic"/>
                <a:sym typeface="ITC Avant Garde Gothic"/>
              </a:rPr>
              <a:t>Revisar publicaciones</a:t>
            </a:r>
          </a:p>
        </p:txBody>
      </p:sp>
      <p:sp>
        <p:nvSpPr>
          <p:cNvPr name="TextBox 24" id="24"/>
          <p:cNvSpPr txBox="true"/>
          <p:nvPr/>
        </p:nvSpPr>
        <p:spPr>
          <a:xfrm rot="0">
            <a:off x="12227291" y="3632436"/>
            <a:ext cx="4625903" cy="858774"/>
          </a:xfrm>
          <a:prstGeom prst="rect">
            <a:avLst/>
          </a:prstGeom>
        </p:spPr>
        <p:txBody>
          <a:bodyPr anchor="t" rtlCol="false" tIns="0" lIns="0" bIns="0" rIns="0">
            <a:spAutoFit/>
          </a:bodyPr>
          <a:lstStyle/>
          <a:p>
            <a:pPr algn="l" marL="0" indent="0" lvl="0">
              <a:lnSpc>
                <a:spcPts val="2207"/>
              </a:lnSpc>
              <a:spcBef>
                <a:spcPct val="0"/>
              </a:spcBef>
            </a:pPr>
            <a:r>
              <a:rPr lang="en-US" sz="1599" strike="noStrike" u="none">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Praesent risus leo, fringilla et ipsum.</a:t>
            </a:r>
          </a:p>
        </p:txBody>
      </p:sp>
      <p:sp>
        <p:nvSpPr>
          <p:cNvPr name="TextBox 25" id="25"/>
          <p:cNvSpPr txBox="true"/>
          <p:nvPr/>
        </p:nvSpPr>
        <p:spPr>
          <a:xfrm rot="0">
            <a:off x="12227291" y="7604306"/>
            <a:ext cx="3805749" cy="372618"/>
          </a:xfrm>
          <a:prstGeom prst="rect">
            <a:avLst/>
          </a:prstGeom>
        </p:spPr>
        <p:txBody>
          <a:bodyPr anchor="t" rtlCol="false" tIns="0" lIns="0" bIns="0" rIns="0">
            <a:spAutoFit/>
          </a:bodyPr>
          <a:lstStyle/>
          <a:p>
            <a:pPr algn="l" marL="0" indent="0" lvl="0">
              <a:lnSpc>
                <a:spcPts val="2496"/>
              </a:lnSpc>
              <a:spcBef>
                <a:spcPct val="0"/>
              </a:spcBef>
            </a:pPr>
            <a:r>
              <a:rPr lang="en-US" sz="2400" spc="141" strike="noStrike" u="none">
                <a:solidFill>
                  <a:srgbClr val="FF983D"/>
                </a:solidFill>
                <a:latin typeface="ITC Avant Garde Gothic"/>
                <a:ea typeface="ITC Avant Garde Gothic"/>
                <a:cs typeface="ITC Avant Garde Gothic"/>
                <a:sym typeface="ITC Avant Garde Gothic"/>
              </a:rPr>
              <a:t>Aumentar la inversión</a:t>
            </a:r>
          </a:p>
        </p:txBody>
      </p:sp>
      <p:sp>
        <p:nvSpPr>
          <p:cNvPr name="TextBox 26" id="26"/>
          <p:cNvSpPr txBox="true"/>
          <p:nvPr/>
        </p:nvSpPr>
        <p:spPr>
          <a:xfrm rot="0">
            <a:off x="12227291" y="8022714"/>
            <a:ext cx="4625903" cy="858774"/>
          </a:xfrm>
          <a:prstGeom prst="rect">
            <a:avLst/>
          </a:prstGeom>
        </p:spPr>
        <p:txBody>
          <a:bodyPr anchor="t" rtlCol="false" tIns="0" lIns="0" bIns="0" rIns="0">
            <a:spAutoFit/>
          </a:bodyPr>
          <a:lstStyle/>
          <a:p>
            <a:pPr algn="l" marL="0" indent="0" lvl="0">
              <a:lnSpc>
                <a:spcPts val="2207"/>
              </a:lnSpc>
              <a:spcBef>
                <a:spcPct val="0"/>
              </a:spcBef>
            </a:pPr>
            <a:r>
              <a:rPr lang="en-US" sz="1599" strike="noStrike" u="none">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Praesent risus leo, fringilla et ipsum.</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7081E"/>
        </a:solidFill>
      </p:bgPr>
    </p:bg>
    <p:spTree>
      <p:nvGrpSpPr>
        <p:cNvPr id="1" name=""/>
        <p:cNvGrpSpPr/>
        <p:nvPr/>
      </p:nvGrpSpPr>
      <p:grpSpPr>
        <a:xfrm>
          <a:off x="0" y="0"/>
          <a:ext cx="0" cy="0"/>
          <a:chOff x="0" y="0"/>
          <a:chExt cx="0" cy="0"/>
        </a:xfrm>
      </p:grpSpPr>
      <p:sp>
        <p:nvSpPr>
          <p:cNvPr name="Freeform 2" id="2"/>
          <p:cNvSpPr/>
          <p:nvPr/>
        </p:nvSpPr>
        <p:spPr>
          <a:xfrm flipH="false" flipV="false" rot="0">
            <a:off x="6860230" y="2608575"/>
            <a:ext cx="4926784" cy="5018021"/>
          </a:xfrm>
          <a:custGeom>
            <a:avLst/>
            <a:gdLst/>
            <a:ahLst/>
            <a:cxnLst/>
            <a:rect r="r" b="b" t="t" l="l"/>
            <a:pathLst>
              <a:path h="5018021" w="4926784">
                <a:moveTo>
                  <a:pt x="0" y="0"/>
                </a:moveTo>
                <a:lnTo>
                  <a:pt x="4926784" y="0"/>
                </a:lnTo>
                <a:lnTo>
                  <a:pt x="4926784" y="5018021"/>
                </a:lnTo>
                <a:lnTo>
                  <a:pt x="0" y="50180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431287" y="5453878"/>
            <a:ext cx="7317985" cy="1605422"/>
            <a:chOff x="0" y="0"/>
            <a:chExt cx="1927370" cy="422827"/>
          </a:xfrm>
        </p:grpSpPr>
        <p:sp>
          <p:nvSpPr>
            <p:cNvPr name="Freeform 4" id="4"/>
            <p:cNvSpPr/>
            <p:nvPr/>
          </p:nvSpPr>
          <p:spPr>
            <a:xfrm flipH="false" flipV="false" rot="0">
              <a:off x="0" y="0"/>
              <a:ext cx="1927370" cy="422827"/>
            </a:xfrm>
            <a:custGeom>
              <a:avLst/>
              <a:gdLst/>
              <a:ahLst/>
              <a:cxnLst/>
              <a:rect r="r" b="b" t="t" l="l"/>
              <a:pathLst>
                <a:path h="422827" w="1927370">
                  <a:moveTo>
                    <a:pt x="0" y="0"/>
                  </a:moveTo>
                  <a:lnTo>
                    <a:pt x="1927370" y="0"/>
                  </a:lnTo>
                  <a:lnTo>
                    <a:pt x="1927370" y="422827"/>
                  </a:lnTo>
                  <a:lnTo>
                    <a:pt x="0" y="422827"/>
                  </a:lnTo>
                  <a:close/>
                </a:path>
              </a:pathLst>
            </a:custGeom>
            <a:solidFill>
              <a:srgbClr val="3A124D"/>
            </a:solidFill>
            <a:ln cap="sq">
              <a:noFill/>
              <a:prstDash val="solid"/>
              <a:miter/>
            </a:ln>
          </p:spPr>
        </p:sp>
        <p:sp>
          <p:nvSpPr>
            <p:cNvPr name="TextBox 5" id="5"/>
            <p:cNvSpPr txBox="true"/>
            <p:nvPr/>
          </p:nvSpPr>
          <p:spPr>
            <a:xfrm>
              <a:off x="0" y="-57150"/>
              <a:ext cx="1927370" cy="479977"/>
            </a:xfrm>
            <a:prstGeom prst="rect">
              <a:avLst/>
            </a:prstGeom>
          </p:spPr>
          <p:txBody>
            <a:bodyPr anchor="ctr" rtlCol="false" tIns="50800" lIns="50800" bIns="50800" rIns="50800"/>
            <a:lstStyle/>
            <a:p>
              <a:pPr algn="ctr" marL="0" indent="0" lvl="0">
                <a:lnSpc>
                  <a:spcPts val="2952"/>
                </a:lnSpc>
                <a:spcBef>
                  <a:spcPct val="0"/>
                </a:spcBef>
              </a:pPr>
            </a:p>
          </p:txBody>
        </p:sp>
      </p:grpSp>
      <p:grpSp>
        <p:nvGrpSpPr>
          <p:cNvPr name="Group 6" id="6"/>
          <p:cNvGrpSpPr/>
          <p:nvPr/>
        </p:nvGrpSpPr>
        <p:grpSpPr>
          <a:xfrm rot="0">
            <a:off x="-1102028" y="5453878"/>
            <a:ext cx="7317985" cy="1605422"/>
            <a:chOff x="0" y="0"/>
            <a:chExt cx="1927370" cy="422827"/>
          </a:xfrm>
        </p:grpSpPr>
        <p:sp>
          <p:nvSpPr>
            <p:cNvPr name="Freeform 7" id="7"/>
            <p:cNvSpPr/>
            <p:nvPr/>
          </p:nvSpPr>
          <p:spPr>
            <a:xfrm flipH="false" flipV="false" rot="0">
              <a:off x="0" y="0"/>
              <a:ext cx="1927370" cy="422827"/>
            </a:xfrm>
            <a:custGeom>
              <a:avLst/>
              <a:gdLst/>
              <a:ahLst/>
              <a:cxnLst/>
              <a:rect r="r" b="b" t="t" l="l"/>
              <a:pathLst>
                <a:path h="422827" w="1927370">
                  <a:moveTo>
                    <a:pt x="0" y="0"/>
                  </a:moveTo>
                  <a:lnTo>
                    <a:pt x="1927370" y="0"/>
                  </a:lnTo>
                  <a:lnTo>
                    <a:pt x="1927370" y="422827"/>
                  </a:lnTo>
                  <a:lnTo>
                    <a:pt x="0" y="422827"/>
                  </a:lnTo>
                  <a:close/>
                </a:path>
              </a:pathLst>
            </a:custGeom>
            <a:solidFill>
              <a:srgbClr val="3A124D"/>
            </a:solidFill>
            <a:ln cap="sq">
              <a:noFill/>
              <a:prstDash val="solid"/>
              <a:miter/>
            </a:ln>
          </p:spPr>
        </p:sp>
        <p:sp>
          <p:nvSpPr>
            <p:cNvPr name="TextBox 8" id="8"/>
            <p:cNvSpPr txBox="true"/>
            <p:nvPr/>
          </p:nvSpPr>
          <p:spPr>
            <a:xfrm>
              <a:off x="0" y="-57150"/>
              <a:ext cx="1927370" cy="479977"/>
            </a:xfrm>
            <a:prstGeom prst="rect">
              <a:avLst/>
            </a:prstGeom>
          </p:spPr>
          <p:txBody>
            <a:bodyPr anchor="ctr" rtlCol="false" tIns="50800" lIns="50800" bIns="50800" rIns="50800"/>
            <a:lstStyle/>
            <a:p>
              <a:pPr algn="ctr" marL="0" indent="0" lvl="0">
                <a:lnSpc>
                  <a:spcPts val="2952"/>
                </a:lnSpc>
                <a:spcBef>
                  <a:spcPct val="0"/>
                </a:spcBef>
              </a:pPr>
            </a:p>
          </p:txBody>
        </p:sp>
      </p:grpSp>
      <p:grpSp>
        <p:nvGrpSpPr>
          <p:cNvPr name="Group 9" id="9"/>
          <p:cNvGrpSpPr/>
          <p:nvPr/>
        </p:nvGrpSpPr>
        <p:grpSpPr>
          <a:xfrm rot="0">
            <a:off x="12431287" y="7678425"/>
            <a:ext cx="7317985" cy="1605422"/>
            <a:chOff x="0" y="0"/>
            <a:chExt cx="1927370" cy="422827"/>
          </a:xfrm>
        </p:grpSpPr>
        <p:sp>
          <p:nvSpPr>
            <p:cNvPr name="Freeform 10" id="10"/>
            <p:cNvSpPr/>
            <p:nvPr/>
          </p:nvSpPr>
          <p:spPr>
            <a:xfrm flipH="false" flipV="false" rot="0">
              <a:off x="0" y="0"/>
              <a:ext cx="1927370" cy="422827"/>
            </a:xfrm>
            <a:custGeom>
              <a:avLst/>
              <a:gdLst/>
              <a:ahLst/>
              <a:cxnLst/>
              <a:rect r="r" b="b" t="t" l="l"/>
              <a:pathLst>
                <a:path h="422827" w="1927370">
                  <a:moveTo>
                    <a:pt x="0" y="0"/>
                  </a:moveTo>
                  <a:lnTo>
                    <a:pt x="1927370" y="0"/>
                  </a:lnTo>
                  <a:lnTo>
                    <a:pt x="1927370" y="422827"/>
                  </a:lnTo>
                  <a:lnTo>
                    <a:pt x="0" y="422827"/>
                  </a:lnTo>
                  <a:close/>
                </a:path>
              </a:pathLst>
            </a:custGeom>
            <a:solidFill>
              <a:srgbClr val="3A124D"/>
            </a:solidFill>
            <a:ln cap="sq">
              <a:noFill/>
              <a:prstDash val="solid"/>
              <a:miter/>
            </a:ln>
          </p:spPr>
        </p:sp>
        <p:sp>
          <p:nvSpPr>
            <p:cNvPr name="TextBox 11" id="11"/>
            <p:cNvSpPr txBox="true"/>
            <p:nvPr/>
          </p:nvSpPr>
          <p:spPr>
            <a:xfrm>
              <a:off x="0" y="-57150"/>
              <a:ext cx="1927370" cy="479977"/>
            </a:xfrm>
            <a:prstGeom prst="rect">
              <a:avLst/>
            </a:prstGeom>
          </p:spPr>
          <p:txBody>
            <a:bodyPr anchor="ctr" rtlCol="false" tIns="50800" lIns="50800" bIns="50800" rIns="50800"/>
            <a:lstStyle/>
            <a:p>
              <a:pPr algn="ctr" marL="0" indent="0" lvl="0">
                <a:lnSpc>
                  <a:spcPts val="2952"/>
                </a:lnSpc>
                <a:spcBef>
                  <a:spcPct val="0"/>
                </a:spcBef>
              </a:pPr>
            </a:p>
          </p:txBody>
        </p:sp>
      </p:grpSp>
      <p:grpSp>
        <p:nvGrpSpPr>
          <p:cNvPr name="Group 12" id="12"/>
          <p:cNvGrpSpPr/>
          <p:nvPr/>
        </p:nvGrpSpPr>
        <p:grpSpPr>
          <a:xfrm rot="0">
            <a:off x="-1102028" y="7678425"/>
            <a:ext cx="7317985" cy="1605422"/>
            <a:chOff x="0" y="0"/>
            <a:chExt cx="1927370" cy="422827"/>
          </a:xfrm>
        </p:grpSpPr>
        <p:sp>
          <p:nvSpPr>
            <p:cNvPr name="Freeform 13" id="13"/>
            <p:cNvSpPr/>
            <p:nvPr/>
          </p:nvSpPr>
          <p:spPr>
            <a:xfrm flipH="false" flipV="false" rot="0">
              <a:off x="0" y="0"/>
              <a:ext cx="1927370" cy="422827"/>
            </a:xfrm>
            <a:custGeom>
              <a:avLst/>
              <a:gdLst/>
              <a:ahLst/>
              <a:cxnLst/>
              <a:rect r="r" b="b" t="t" l="l"/>
              <a:pathLst>
                <a:path h="422827" w="1927370">
                  <a:moveTo>
                    <a:pt x="0" y="0"/>
                  </a:moveTo>
                  <a:lnTo>
                    <a:pt x="1927370" y="0"/>
                  </a:lnTo>
                  <a:lnTo>
                    <a:pt x="1927370" y="422827"/>
                  </a:lnTo>
                  <a:lnTo>
                    <a:pt x="0" y="422827"/>
                  </a:lnTo>
                  <a:close/>
                </a:path>
              </a:pathLst>
            </a:custGeom>
            <a:solidFill>
              <a:srgbClr val="3A124D"/>
            </a:solidFill>
            <a:ln cap="sq">
              <a:noFill/>
              <a:prstDash val="solid"/>
              <a:miter/>
            </a:ln>
          </p:spPr>
        </p:sp>
        <p:sp>
          <p:nvSpPr>
            <p:cNvPr name="TextBox 14" id="14"/>
            <p:cNvSpPr txBox="true"/>
            <p:nvPr/>
          </p:nvSpPr>
          <p:spPr>
            <a:xfrm>
              <a:off x="0" y="-57150"/>
              <a:ext cx="1927370" cy="479977"/>
            </a:xfrm>
            <a:prstGeom prst="rect">
              <a:avLst/>
            </a:prstGeom>
          </p:spPr>
          <p:txBody>
            <a:bodyPr anchor="ctr" rtlCol="false" tIns="50800" lIns="50800" bIns="50800" rIns="50800"/>
            <a:lstStyle/>
            <a:p>
              <a:pPr algn="ctr" marL="0" indent="0" lvl="0">
                <a:lnSpc>
                  <a:spcPts val="2952"/>
                </a:lnSpc>
                <a:spcBef>
                  <a:spcPct val="0"/>
                </a:spcBef>
              </a:pPr>
            </a:p>
          </p:txBody>
        </p:sp>
      </p:grpSp>
      <p:grpSp>
        <p:nvGrpSpPr>
          <p:cNvPr name="Group 15" id="15"/>
          <p:cNvGrpSpPr/>
          <p:nvPr/>
        </p:nvGrpSpPr>
        <p:grpSpPr>
          <a:xfrm rot="0">
            <a:off x="12431287" y="1003154"/>
            <a:ext cx="7317985" cy="1605422"/>
            <a:chOff x="0" y="0"/>
            <a:chExt cx="1927370" cy="422827"/>
          </a:xfrm>
        </p:grpSpPr>
        <p:sp>
          <p:nvSpPr>
            <p:cNvPr name="Freeform 16" id="16"/>
            <p:cNvSpPr/>
            <p:nvPr/>
          </p:nvSpPr>
          <p:spPr>
            <a:xfrm flipH="false" flipV="false" rot="0">
              <a:off x="0" y="0"/>
              <a:ext cx="1927370" cy="422827"/>
            </a:xfrm>
            <a:custGeom>
              <a:avLst/>
              <a:gdLst/>
              <a:ahLst/>
              <a:cxnLst/>
              <a:rect r="r" b="b" t="t" l="l"/>
              <a:pathLst>
                <a:path h="422827" w="1927370">
                  <a:moveTo>
                    <a:pt x="0" y="0"/>
                  </a:moveTo>
                  <a:lnTo>
                    <a:pt x="1927370" y="0"/>
                  </a:lnTo>
                  <a:lnTo>
                    <a:pt x="1927370" y="422827"/>
                  </a:lnTo>
                  <a:lnTo>
                    <a:pt x="0" y="422827"/>
                  </a:lnTo>
                  <a:close/>
                </a:path>
              </a:pathLst>
            </a:custGeom>
            <a:solidFill>
              <a:srgbClr val="3A124D"/>
            </a:solidFill>
            <a:ln cap="sq">
              <a:noFill/>
              <a:prstDash val="solid"/>
              <a:miter/>
            </a:ln>
          </p:spPr>
        </p:sp>
        <p:sp>
          <p:nvSpPr>
            <p:cNvPr name="TextBox 17" id="17"/>
            <p:cNvSpPr txBox="true"/>
            <p:nvPr/>
          </p:nvSpPr>
          <p:spPr>
            <a:xfrm>
              <a:off x="0" y="-57150"/>
              <a:ext cx="1927370" cy="479977"/>
            </a:xfrm>
            <a:prstGeom prst="rect">
              <a:avLst/>
            </a:prstGeom>
          </p:spPr>
          <p:txBody>
            <a:bodyPr anchor="ctr" rtlCol="false" tIns="50800" lIns="50800" bIns="50800" rIns="50800"/>
            <a:lstStyle/>
            <a:p>
              <a:pPr algn="ctr" marL="0" indent="0" lvl="0">
                <a:lnSpc>
                  <a:spcPts val="2952"/>
                </a:lnSpc>
                <a:spcBef>
                  <a:spcPct val="0"/>
                </a:spcBef>
              </a:pPr>
            </a:p>
          </p:txBody>
        </p:sp>
      </p:grpSp>
      <p:grpSp>
        <p:nvGrpSpPr>
          <p:cNvPr name="Group 18" id="18"/>
          <p:cNvGrpSpPr/>
          <p:nvPr/>
        </p:nvGrpSpPr>
        <p:grpSpPr>
          <a:xfrm rot="0">
            <a:off x="-1102028" y="1003154"/>
            <a:ext cx="7317985" cy="1605422"/>
            <a:chOff x="0" y="0"/>
            <a:chExt cx="1927370" cy="422827"/>
          </a:xfrm>
        </p:grpSpPr>
        <p:sp>
          <p:nvSpPr>
            <p:cNvPr name="Freeform 19" id="19"/>
            <p:cNvSpPr/>
            <p:nvPr/>
          </p:nvSpPr>
          <p:spPr>
            <a:xfrm flipH="false" flipV="false" rot="0">
              <a:off x="0" y="0"/>
              <a:ext cx="1927370" cy="422827"/>
            </a:xfrm>
            <a:custGeom>
              <a:avLst/>
              <a:gdLst/>
              <a:ahLst/>
              <a:cxnLst/>
              <a:rect r="r" b="b" t="t" l="l"/>
              <a:pathLst>
                <a:path h="422827" w="1927370">
                  <a:moveTo>
                    <a:pt x="0" y="0"/>
                  </a:moveTo>
                  <a:lnTo>
                    <a:pt x="1927370" y="0"/>
                  </a:lnTo>
                  <a:lnTo>
                    <a:pt x="1927370" y="422827"/>
                  </a:lnTo>
                  <a:lnTo>
                    <a:pt x="0" y="422827"/>
                  </a:lnTo>
                  <a:close/>
                </a:path>
              </a:pathLst>
            </a:custGeom>
            <a:solidFill>
              <a:srgbClr val="3A124D"/>
            </a:solidFill>
            <a:ln cap="sq">
              <a:noFill/>
              <a:prstDash val="solid"/>
              <a:miter/>
            </a:ln>
          </p:spPr>
        </p:sp>
        <p:sp>
          <p:nvSpPr>
            <p:cNvPr name="TextBox 20" id="20"/>
            <p:cNvSpPr txBox="true"/>
            <p:nvPr/>
          </p:nvSpPr>
          <p:spPr>
            <a:xfrm>
              <a:off x="0" y="-57150"/>
              <a:ext cx="1927370" cy="479977"/>
            </a:xfrm>
            <a:prstGeom prst="rect">
              <a:avLst/>
            </a:prstGeom>
          </p:spPr>
          <p:txBody>
            <a:bodyPr anchor="ctr" rtlCol="false" tIns="50800" lIns="50800" bIns="50800" rIns="50800"/>
            <a:lstStyle/>
            <a:p>
              <a:pPr algn="ctr" marL="0" indent="0" lvl="0">
                <a:lnSpc>
                  <a:spcPts val="2952"/>
                </a:lnSpc>
                <a:spcBef>
                  <a:spcPct val="0"/>
                </a:spcBef>
              </a:pPr>
            </a:p>
          </p:txBody>
        </p:sp>
      </p:grpSp>
      <p:grpSp>
        <p:nvGrpSpPr>
          <p:cNvPr name="Group 21" id="21"/>
          <p:cNvGrpSpPr/>
          <p:nvPr/>
        </p:nvGrpSpPr>
        <p:grpSpPr>
          <a:xfrm rot="0">
            <a:off x="12431287" y="3229331"/>
            <a:ext cx="7317985" cy="1605422"/>
            <a:chOff x="0" y="0"/>
            <a:chExt cx="1927370" cy="422827"/>
          </a:xfrm>
        </p:grpSpPr>
        <p:sp>
          <p:nvSpPr>
            <p:cNvPr name="Freeform 22" id="22"/>
            <p:cNvSpPr/>
            <p:nvPr/>
          </p:nvSpPr>
          <p:spPr>
            <a:xfrm flipH="false" flipV="false" rot="0">
              <a:off x="0" y="0"/>
              <a:ext cx="1927370" cy="422827"/>
            </a:xfrm>
            <a:custGeom>
              <a:avLst/>
              <a:gdLst/>
              <a:ahLst/>
              <a:cxnLst/>
              <a:rect r="r" b="b" t="t" l="l"/>
              <a:pathLst>
                <a:path h="422827" w="1927370">
                  <a:moveTo>
                    <a:pt x="0" y="0"/>
                  </a:moveTo>
                  <a:lnTo>
                    <a:pt x="1927370" y="0"/>
                  </a:lnTo>
                  <a:lnTo>
                    <a:pt x="1927370" y="422827"/>
                  </a:lnTo>
                  <a:lnTo>
                    <a:pt x="0" y="422827"/>
                  </a:lnTo>
                  <a:close/>
                </a:path>
              </a:pathLst>
            </a:custGeom>
            <a:solidFill>
              <a:srgbClr val="3A124D"/>
            </a:solidFill>
            <a:ln cap="sq">
              <a:noFill/>
              <a:prstDash val="solid"/>
              <a:miter/>
            </a:ln>
          </p:spPr>
        </p:sp>
        <p:sp>
          <p:nvSpPr>
            <p:cNvPr name="TextBox 23" id="23"/>
            <p:cNvSpPr txBox="true"/>
            <p:nvPr/>
          </p:nvSpPr>
          <p:spPr>
            <a:xfrm>
              <a:off x="0" y="-57150"/>
              <a:ext cx="1927370" cy="479977"/>
            </a:xfrm>
            <a:prstGeom prst="rect">
              <a:avLst/>
            </a:prstGeom>
          </p:spPr>
          <p:txBody>
            <a:bodyPr anchor="ctr" rtlCol="false" tIns="50800" lIns="50800" bIns="50800" rIns="50800"/>
            <a:lstStyle/>
            <a:p>
              <a:pPr algn="ctr" marL="0" indent="0" lvl="0">
                <a:lnSpc>
                  <a:spcPts val="2952"/>
                </a:lnSpc>
                <a:spcBef>
                  <a:spcPct val="0"/>
                </a:spcBef>
              </a:pPr>
            </a:p>
          </p:txBody>
        </p:sp>
      </p:grpSp>
      <p:grpSp>
        <p:nvGrpSpPr>
          <p:cNvPr name="Group 24" id="24"/>
          <p:cNvGrpSpPr/>
          <p:nvPr/>
        </p:nvGrpSpPr>
        <p:grpSpPr>
          <a:xfrm rot="0">
            <a:off x="-1102028" y="3229331"/>
            <a:ext cx="7317985" cy="1605422"/>
            <a:chOff x="0" y="0"/>
            <a:chExt cx="1927370" cy="422827"/>
          </a:xfrm>
        </p:grpSpPr>
        <p:sp>
          <p:nvSpPr>
            <p:cNvPr name="Freeform 25" id="25"/>
            <p:cNvSpPr/>
            <p:nvPr/>
          </p:nvSpPr>
          <p:spPr>
            <a:xfrm flipH="false" flipV="false" rot="0">
              <a:off x="0" y="0"/>
              <a:ext cx="1927370" cy="422827"/>
            </a:xfrm>
            <a:custGeom>
              <a:avLst/>
              <a:gdLst/>
              <a:ahLst/>
              <a:cxnLst/>
              <a:rect r="r" b="b" t="t" l="l"/>
              <a:pathLst>
                <a:path h="422827" w="1927370">
                  <a:moveTo>
                    <a:pt x="0" y="0"/>
                  </a:moveTo>
                  <a:lnTo>
                    <a:pt x="1927370" y="0"/>
                  </a:lnTo>
                  <a:lnTo>
                    <a:pt x="1927370" y="422827"/>
                  </a:lnTo>
                  <a:lnTo>
                    <a:pt x="0" y="422827"/>
                  </a:lnTo>
                  <a:close/>
                </a:path>
              </a:pathLst>
            </a:custGeom>
            <a:solidFill>
              <a:srgbClr val="3A124D"/>
            </a:solidFill>
            <a:ln cap="sq">
              <a:noFill/>
              <a:prstDash val="solid"/>
              <a:miter/>
            </a:ln>
          </p:spPr>
        </p:sp>
        <p:sp>
          <p:nvSpPr>
            <p:cNvPr name="TextBox 26" id="26"/>
            <p:cNvSpPr txBox="true"/>
            <p:nvPr/>
          </p:nvSpPr>
          <p:spPr>
            <a:xfrm>
              <a:off x="0" y="-57150"/>
              <a:ext cx="1927370" cy="479977"/>
            </a:xfrm>
            <a:prstGeom prst="rect">
              <a:avLst/>
            </a:prstGeom>
          </p:spPr>
          <p:txBody>
            <a:bodyPr anchor="ctr" rtlCol="false" tIns="50800" lIns="50800" bIns="50800" rIns="50800"/>
            <a:lstStyle/>
            <a:p>
              <a:pPr algn="ctr" marL="0" indent="0" lvl="0">
                <a:lnSpc>
                  <a:spcPts val="2952"/>
                </a:lnSpc>
                <a:spcBef>
                  <a:spcPct val="0"/>
                </a:spcBef>
              </a:pPr>
            </a:p>
          </p:txBody>
        </p:sp>
      </p:grpSp>
      <p:sp>
        <p:nvSpPr>
          <p:cNvPr name="TextBox 27" id="27"/>
          <p:cNvSpPr txBox="true"/>
          <p:nvPr/>
        </p:nvSpPr>
        <p:spPr>
          <a:xfrm rot="0">
            <a:off x="12836848" y="5634857"/>
            <a:ext cx="3805749" cy="372618"/>
          </a:xfrm>
          <a:prstGeom prst="rect">
            <a:avLst/>
          </a:prstGeom>
        </p:spPr>
        <p:txBody>
          <a:bodyPr anchor="t" rtlCol="false" tIns="0" lIns="0" bIns="0" rIns="0">
            <a:spAutoFit/>
          </a:bodyPr>
          <a:lstStyle/>
          <a:p>
            <a:pPr algn="l" marL="0" indent="0" lvl="0">
              <a:lnSpc>
                <a:spcPts val="2496"/>
              </a:lnSpc>
              <a:spcBef>
                <a:spcPct val="0"/>
              </a:spcBef>
            </a:pPr>
            <a:r>
              <a:rPr lang="en-US" sz="2400" spc="141" strike="noStrike" u="none">
                <a:solidFill>
                  <a:srgbClr val="FF983D"/>
                </a:solidFill>
                <a:latin typeface="ITC Avant Garde Gothic"/>
                <a:ea typeface="ITC Avant Garde Gothic"/>
                <a:cs typeface="ITC Avant Garde Gothic"/>
                <a:sym typeface="ITC Avant Garde Gothic"/>
              </a:rPr>
              <a:t>Estudiar los datos</a:t>
            </a:r>
          </a:p>
        </p:txBody>
      </p:sp>
      <p:sp>
        <p:nvSpPr>
          <p:cNvPr name="TextBox 28" id="28"/>
          <p:cNvSpPr txBox="true"/>
          <p:nvPr/>
        </p:nvSpPr>
        <p:spPr>
          <a:xfrm rot="0">
            <a:off x="1963490" y="5634857"/>
            <a:ext cx="3805749" cy="372618"/>
          </a:xfrm>
          <a:prstGeom prst="rect">
            <a:avLst/>
          </a:prstGeom>
        </p:spPr>
        <p:txBody>
          <a:bodyPr anchor="t" rtlCol="false" tIns="0" lIns="0" bIns="0" rIns="0">
            <a:spAutoFit/>
          </a:bodyPr>
          <a:lstStyle/>
          <a:p>
            <a:pPr algn="r" marL="0" indent="0" lvl="0">
              <a:lnSpc>
                <a:spcPts val="2496"/>
              </a:lnSpc>
              <a:spcBef>
                <a:spcPct val="0"/>
              </a:spcBef>
            </a:pPr>
            <a:r>
              <a:rPr lang="en-US" sz="2400" spc="141" strike="noStrike" u="none">
                <a:solidFill>
                  <a:srgbClr val="FF983D"/>
                </a:solidFill>
                <a:latin typeface="ITC Avant Garde Gothic"/>
                <a:ea typeface="ITC Avant Garde Gothic"/>
                <a:cs typeface="ITC Avant Garde Gothic"/>
                <a:sym typeface="ITC Avant Garde Gothic"/>
              </a:rPr>
              <a:t>Programación</a:t>
            </a:r>
          </a:p>
        </p:txBody>
      </p:sp>
      <p:sp>
        <p:nvSpPr>
          <p:cNvPr name="TextBox 29" id="29"/>
          <p:cNvSpPr txBox="true"/>
          <p:nvPr/>
        </p:nvSpPr>
        <p:spPr>
          <a:xfrm rot="0">
            <a:off x="12836848" y="6053265"/>
            <a:ext cx="4625903" cy="858774"/>
          </a:xfrm>
          <a:prstGeom prst="rect">
            <a:avLst/>
          </a:prstGeom>
        </p:spPr>
        <p:txBody>
          <a:bodyPr anchor="t" rtlCol="false" tIns="0" lIns="0" bIns="0" rIns="0">
            <a:spAutoFit/>
          </a:bodyPr>
          <a:lstStyle/>
          <a:p>
            <a:pPr algn="l" marL="0" indent="0" lvl="0">
              <a:lnSpc>
                <a:spcPts val="2207"/>
              </a:lnSpc>
              <a:spcBef>
                <a:spcPct val="0"/>
              </a:spcBef>
            </a:pPr>
            <a:r>
              <a:rPr lang="en-US" sz="1599" strike="noStrike" u="none">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Praesent risus leo, fringilla et ipsum.</a:t>
            </a:r>
          </a:p>
        </p:txBody>
      </p:sp>
      <p:sp>
        <p:nvSpPr>
          <p:cNvPr name="TextBox 30" id="30"/>
          <p:cNvSpPr txBox="true"/>
          <p:nvPr/>
        </p:nvSpPr>
        <p:spPr>
          <a:xfrm rot="0">
            <a:off x="1143336" y="6053265"/>
            <a:ext cx="4625903" cy="858774"/>
          </a:xfrm>
          <a:prstGeom prst="rect">
            <a:avLst/>
          </a:prstGeom>
        </p:spPr>
        <p:txBody>
          <a:bodyPr anchor="t" rtlCol="false" tIns="0" lIns="0" bIns="0" rIns="0">
            <a:spAutoFit/>
          </a:bodyPr>
          <a:lstStyle/>
          <a:p>
            <a:pPr algn="r" marL="0" indent="0" lvl="0">
              <a:lnSpc>
                <a:spcPts val="2207"/>
              </a:lnSpc>
              <a:spcBef>
                <a:spcPct val="0"/>
              </a:spcBef>
            </a:pPr>
            <a:r>
              <a:rPr lang="en-US" sz="1599" strike="noStrike" u="none">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Praesent risus leo, fringilla et ipsum.</a:t>
            </a:r>
          </a:p>
        </p:txBody>
      </p:sp>
      <p:sp>
        <p:nvSpPr>
          <p:cNvPr name="TextBox 31" id="31"/>
          <p:cNvSpPr txBox="true"/>
          <p:nvPr/>
        </p:nvSpPr>
        <p:spPr>
          <a:xfrm rot="0">
            <a:off x="12836848" y="1154121"/>
            <a:ext cx="3805749" cy="372618"/>
          </a:xfrm>
          <a:prstGeom prst="rect">
            <a:avLst/>
          </a:prstGeom>
        </p:spPr>
        <p:txBody>
          <a:bodyPr anchor="t" rtlCol="false" tIns="0" lIns="0" bIns="0" rIns="0">
            <a:spAutoFit/>
          </a:bodyPr>
          <a:lstStyle/>
          <a:p>
            <a:pPr algn="l" marL="0" indent="0" lvl="0">
              <a:lnSpc>
                <a:spcPts val="2496"/>
              </a:lnSpc>
              <a:spcBef>
                <a:spcPct val="0"/>
              </a:spcBef>
            </a:pPr>
            <a:r>
              <a:rPr lang="en-US" sz="2400" spc="141" strike="noStrike" u="none">
                <a:solidFill>
                  <a:srgbClr val="FF983D"/>
                </a:solidFill>
                <a:latin typeface="ITC Avant Garde Gothic"/>
                <a:ea typeface="ITC Avant Garde Gothic"/>
                <a:cs typeface="ITC Avant Garde Gothic"/>
                <a:sym typeface="ITC Avant Garde Gothic"/>
              </a:rPr>
              <a:t>Investigaciones</a:t>
            </a:r>
          </a:p>
        </p:txBody>
      </p:sp>
      <p:sp>
        <p:nvSpPr>
          <p:cNvPr name="TextBox 32" id="32"/>
          <p:cNvSpPr txBox="true"/>
          <p:nvPr/>
        </p:nvSpPr>
        <p:spPr>
          <a:xfrm rot="0">
            <a:off x="1963490" y="1154121"/>
            <a:ext cx="3805749" cy="372618"/>
          </a:xfrm>
          <a:prstGeom prst="rect">
            <a:avLst/>
          </a:prstGeom>
        </p:spPr>
        <p:txBody>
          <a:bodyPr anchor="t" rtlCol="false" tIns="0" lIns="0" bIns="0" rIns="0">
            <a:spAutoFit/>
          </a:bodyPr>
          <a:lstStyle/>
          <a:p>
            <a:pPr algn="r" marL="0" indent="0" lvl="0">
              <a:lnSpc>
                <a:spcPts val="2496"/>
              </a:lnSpc>
              <a:spcBef>
                <a:spcPct val="0"/>
              </a:spcBef>
            </a:pPr>
            <a:r>
              <a:rPr lang="en-US" sz="2400" spc="141" strike="noStrike" u="none">
                <a:solidFill>
                  <a:srgbClr val="FF983D"/>
                </a:solidFill>
                <a:latin typeface="ITC Avant Garde Gothic"/>
                <a:ea typeface="ITC Avant Garde Gothic"/>
                <a:cs typeface="ITC Avant Garde Gothic"/>
                <a:sym typeface="ITC Avant Garde Gothic"/>
              </a:rPr>
              <a:t>Inversión constante</a:t>
            </a:r>
          </a:p>
        </p:txBody>
      </p:sp>
      <p:sp>
        <p:nvSpPr>
          <p:cNvPr name="TextBox 33" id="33"/>
          <p:cNvSpPr txBox="true"/>
          <p:nvPr/>
        </p:nvSpPr>
        <p:spPr>
          <a:xfrm rot="0">
            <a:off x="12836848" y="1583007"/>
            <a:ext cx="4625903" cy="858774"/>
          </a:xfrm>
          <a:prstGeom prst="rect">
            <a:avLst/>
          </a:prstGeom>
        </p:spPr>
        <p:txBody>
          <a:bodyPr anchor="t" rtlCol="false" tIns="0" lIns="0" bIns="0" rIns="0">
            <a:spAutoFit/>
          </a:bodyPr>
          <a:lstStyle/>
          <a:p>
            <a:pPr algn="l" marL="0" indent="0" lvl="0">
              <a:lnSpc>
                <a:spcPts val="2207"/>
              </a:lnSpc>
              <a:spcBef>
                <a:spcPct val="0"/>
              </a:spcBef>
            </a:pPr>
            <a:r>
              <a:rPr lang="en-US" sz="1599" strike="noStrike" u="none">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Praesent risus leo, fringilla et ipsum.</a:t>
            </a:r>
          </a:p>
        </p:txBody>
      </p:sp>
      <p:sp>
        <p:nvSpPr>
          <p:cNvPr name="TextBox 34" id="34"/>
          <p:cNvSpPr txBox="true"/>
          <p:nvPr/>
        </p:nvSpPr>
        <p:spPr>
          <a:xfrm rot="0">
            <a:off x="1143336" y="1583007"/>
            <a:ext cx="4625903" cy="858774"/>
          </a:xfrm>
          <a:prstGeom prst="rect">
            <a:avLst/>
          </a:prstGeom>
        </p:spPr>
        <p:txBody>
          <a:bodyPr anchor="t" rtlCol="false" tIns="0" lIns="0" bIns="0" rIns="0">
            <a:spAutoFit/>
          </a:bodyPr>
          <a:lstStyle/>
          <a:p>
            <a:pPr algn="r" marL="0" indent="0" lvl="0">
              <a:lnSpc>
                <a:spcPts val="2207"/>
              </a:lnSpc>
              <a:spcBef>
                <a:spcPct val="0"/>
              </a:spcBef>
            </a:pPr>
            <a:r>
              <a:rPr lang="en-US" sz="1599" strike="noStrike" u="none">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Praesent risus leo, fringilla et ipsum.</a:t>
            </a:r>
          </a:p>
        </p:txBody>
      </p:sp>
      <p:sp>
        <p:nvSpPr>
          <p:cNvPr name="TextBox 35" id="35"/>
          <p:cNvSpPr txBox="true"/>
          <p:nvPr/>
        </p:nvSpPr>
        <p:spPr>
          <a:xfrm rot="0">
            <a:off x="12836848" y="3408949"/>
            <a:ext cx="3805749" cy="372618"/>
          </a:xfrm>
          <a:prstGeom prst="rect">
            <a:avLst/>
          </a:prstGeom>
        </p:spPr>
        <p:txBody>
          <a:bodyPr anchor="t" rtlCol="false" tIns="0" lIns="0" bIns="0" rIns="0">
            <a:spAutoFit/>
          </a:bodyPr>
          <a:lstStyle/>
          <a:p>
            <a:pPr algn="l" marL="0" indent="0" lvl="0">
              <a:lnSpc>
                <a:spcPts val="2496"/>
              </a:lnSpc>
              <a:spcBef>
                <a:spcPct val="0"/>
              </a:spcBef>
            </a:pPr>
            <a:r>
              <a:rPr lang="en-US" sz="2400" spc="141" strike="noStrike" u="none">
                <a:solidFill>
                  <a:srgbClr val="FF983D"/>
                </a:solidFill>
                <a:latin typeface="ITC Avant Garde Gothic"/>
                <a:ea typeface="ITC Avant Garde Gothic"/>
                <a:cs typeface="ITC Avant Garde Gothic"/>
                <a:sym typeface="ITC Avant Garde Gothic"/>
              </a:rPr>
              <a:t>Revisar publicaciones</a:t>
            </a:r>
          </a:p>
        </p:txBody>
      </p:sp>
      <p:sp>
        <p:nvSpPr>
          <p:cNvPr name="TextBox 36" id="36"/>
          <p:cNvSpPr txBox="true"/>
          <p:nvPr/>
        </p:nvSpPr>
        <p:spPr>
          <a:xfrm rot="0">
            <a:off x="1963490" y="3408949"/>
            <a:ext cx="3805749" cy="372618"/>
          </a:xfrm>
          <a:prstGeom prst="rect">
            <a:avLst/>
          </a:prstGeom>
        </p:spPr>
        <p:txBody>
          <a:bodyPr anchor="t" rtlCol="false" tIns="0" lIns="0" bIns="0" rIns="0">
            <a:spAutoFit/>
          </a:bodyPr>
          <a:lstStyle/>
          <a:p>
            <a:pPr algn="r" marL="0" indent="0" lvl="0">
              <a:lnSpc>
                <a:spcPts val="2496"/>
              </a:lnSpc>
              <a:spcBef>
                <a:spcPct val="0"/>
              </a:spcBef>
            </a:pPr>
            <a:r>
              <a:rPr lang="en-US" sz="2400" spc="141" strike="noStrike" u="none">
                <a:solidFill>
                  <a:srgbClr val="FF983D"/>
                </a:solidFill>
                <a:latin typeface="ITC Avant Garde Gothic"/>
                <a:ea typeface="ITC Avant Garde Gothic"/>
                <a:cs typeface="ITC Avant Garde Gothic"/>
                <a:sym typeface="ITC Avant Garde Gothic"/>
              </a:rPr>
              <a:t>Aprendizaje</a:t>
            </a:r>
          </a:p>
        </p:txBody>
      </p:sp>
      <p:sp>
        <p:nvSpPr>
          <p:cNvPr name="TextBox 37" id="37"/>
          <p:cNvSpPr txBox="true"/>
          <p:nvPr/>
        </p:nvSpPr>
        <p:spPr>
          <a:xfrm rot="0">
            <a:off x="12836848" y="3827357"/>
            <a:ext cx="4625903" cy="858774"/>
          </a:xfrm>
          <a:prstGeom prst="rect">
            <a:avLst/>
          </a:prstGeom>
        </p:spPr>
        <p:txBody>
          <a:bodyPr anchor="t" rtlCol="false" tIns="0" lIns="0" bIns="0" rIns="0">
            <a:spAutoFit/>
          </a:bodyPr>
          <a:lstStyle/>
          <a:p>
            <a:pPr algn="l" marL="0" indent="0" lvl="0">
              <a:lnSpc>
                <a:spcPts val="2207"/>
              </a:lnSpc>
              <a:spcBef>
                <a:spcPct val="0"/>
              </a:spcBef>
            </a:pPr>
            <a:r>
              <a:rPr lang="en-US" sz="1599" strike="noStrike" u="none">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Praesent risus leo, fringilla et ipsum.</a:t>
            </a:r>
          </a:p>
        </p:txBody>
      </p:sp>
      <p:sp>
        <p:nvSpPr>
          <p:cNvPr name="TextBox 38" id="38"/>
          <p:cNvSpPr txBox="true"/>
          <p:nvPr/>
        </p:nvSpPr>
        <p:spPr>
          <a:xfrm rot="0">
            <a:off x="1143336" y="3827357"/>
            <a:ext cx="4625903" cy="858774"/>
          </a:xfrm>
          <a:prstGeom prst="rect">
            <a:avLst/>
          </a:prstGeom>
        </p:spPr>
        <p:txBody>
          <a:bodyPr anchor="t" rtlCol="false" tIns="0" lIns="0" bIns="0" rIns="0">
            <a:spAutoFit/>
          </a:bodyPr>
          <a:lstStyle/>
          <a:p>
            <a:pPr algn="r" marL="0" indent="0" lvl="0">
              <a:lnSpc>
                <a:spcPts val="2207"/>
              </a:lnSpc>
              <a:spcBef>
                <a:spcPct val="0"/>
              </a:spcBef>
            </a:pPr>
            <a:r>
              <a:rPr lang="en-US" sz="1599" strike="noStrike" u="none">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Praesent risus leo, fringilla et ipsum.</a:t>
            </a:r>
          </a:p>
        </p:txBody>
      </p:sp>
      <p:sp>
        <p:nvSpPr>
          <p:cNvPr name="TextBox 39" id="39"/>
          <p:cNvSpPr txBox="true"/>
          <p:nvPr/>
        </p:nvSpPr>
        <p:spPr>
          <a:xfrm rot="0">
            <a:off x="12836848" y="7799228"/>
            <a:ext cx="3805749" cy="372618"/>
          </a:xfrm>
          <a:prstGeom prst="rect">
            <a:avLst/>
          </a:prstGeom>
        </p:spPr>
        <p:txBody>
          <a:bodyPr anchor="t" rtlCol="false" tIns="0" lIns="0" bIns="0" rIns="0">
            <a:spAutoFit/>
          </a:bodyPr>
          <a:lstStyle/>
          <a:p>
            <a:pPr algn="l" marL="0" indent="0" lvl="0">
              <a:lnSpc>
                <a:spcPts val="2496"/>
              </a:lnSpc>
              <a:spcBef>
                <a:spcPct val="0"/>
              </a:spcBef>
            </a:pPr>
            <a:r>
              <a:rPr lang="en-US" sz="2400" spc="141" strike="noStrike" u="none">
                <a:solidFill>
                  <a:srgbClr val="FF983D"/>
                </a:solidFill>
                <a:latin typeface="ITC Avant Garde Gothic"/>
                <a:ea typeface="ITC Avant Garde Gothic"/>
                <a:cs typeface="ITC Avant Garde Gothic"/>
                <a:sym typeface="ITC Avant Garde Gothic"/>
              </a:rPr>
              <a:t>Aumentar la inversión</a:t>
            </a:r>
          </a:p>
        </p:txBody>
      </p:sp>
      <p:sp>
        <p:nvSpPr>
          <p:cNvPr name="TextBox 40" id="40"/>
          <p:cNvSpPr txBox="true"/>
          <p:nvPr/>
        </p:nvSpPr>
        <p:spPr>
          <a:xfrm rot="0">
            <a:off x="1963490" y="7642065"/>
            <a:ext cx="3805749" cy="686943"/>
          </a:xfrm>
          <a:prstGeom prst="rect">
            <a:avLst/>
          </a:prstGeom>
        </p:spPr>
        <p:txBody>
          <a:bodyPr anchor="t" rtlCol="false" tIns="0" lIns="0" bIns="0" rIns="0">
            <a:spAutoFit/>
          </a:bodyPr>
          <a:lstStyle/>
          <a:p>
            <a:pPr algn="r" marL="0" indent="0" lvl="0">
              <a:lnSpc>
                <a:spcPts val="2496"/>
              </a:lnSpc>
              <a:spcBef>
                <a:spcPct val="0"/>
              </a:spcBef>
            </a:pPr>
            <a:r>
              <a:rPr lang="en-US" sz="2400" spc="141" strike="noStrike" u="none">
                <a:solidFill>
                  <a:srgbClr val="FF983D"/>
                </a:solidFill>
                <a:latin typeface="ITC Avant Garde Gothic"/>
                <a:ea typeface="ITC Avant Garde Gothic"/>
                <a:cs typeface="ITC Avant Garde Gothic"/>
                <a:sym typeface="ITC Avant Garde Gothic"/>
              </a:rPr>
              <a:t>Desarrollo de aplicaciones</a:t>
            </a:r>
          </a:p>
        </p:txBody>
      </p:sp>
      <p:sp>
        <p:nvSpPr>
          <p:cNvPr name="TextBox 41" id="41"/>
          <p:cNvSpPr txBox="true"/>
          <p:nvPr/>
        </p:nvSpPr>
        <p:spPr>
          <a:xfrm rot="0">
            <a:off x="12836848" y="8217636"/>
            <a:ext cx="4625903" cy="858774"/>
          </a:xfrm>
          <a:prstGeom prst="rect">
            <a:avLst/>
          </a:prstGeom>
        </p:spPr>
        <p:txBody>
          <a:bodyPr anchor="t" rtlCol="false" tIns="0" lIns="0" bIns="0" rIns="0">
            <a:spAutoFit/>
          </a:bodyPr>
          <a:lstStyle/>
          <a:p>
            <a:pPr algn="l" marL="0" indent="0" lvl="0">
              <a:lnSpc>
                <a:spcPts val="2207"/>
              </a:lnSpc>
              <a:spcBef>
                <a:spcPct val="0"/>
              </a:spcBef>
            </a:pPr>
            <a:r>
              <a:rPr lang="en-US" sz="1599" strike="noStrike" u="none">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Praesent risus leo, fringilla et ipsum.</a:t>
            </a:r>
          </a:p>
        </p:txBody>
      </p:sp>
      <p:sp>
        <p:nvSpPr>
          <p:cNvPr name="TextBox 42" id="42"/>
          <p:cNvSpPr txBox="true"/>
          <p:nvPr/>
        </p:nvSpPr>
        <p:spPr>
          <a:xfrm rot="0">
            <a:off x="1143336" y="8217636"/>
            <a:ext cx="4625903" cy="858774"/>
          </a:xfrm>
          <a:prstGeom prst="rect">
            <a:avLst/>
          </a:prstGeom>
        </p:spPr>
        <p:txBody>
          <a:bodyPr anchor="t" rtlCol="false" tIns="0" lIns="0" bIns="0" rIns="0">
            <a:spAutoFit/>
          </a:bodyPr>
          <a:lstStyle/>
          <a:p>
            <a:pPr algn="r" marL="0" indent="0" lvl="0">
              <a:lnSpc>
                <a:spcPts val="2207"/>
              </a:lnSpc>
              <a:spcBef>
                <a:spcPct val="0"/>
              </a:spcBef>
            </a:pPr>
            <a:r>
              <a:rPr lang="en-US" sz="1599" strike="noStrike" u="none">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Praesent risus leo, fringilla et ipsum.</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7081E"/>
        </a:solidFill>
      </p:bgPr>
    </p:bg>
    <p:spTree>
      <p:nvGrpSpPr>
        <p:cNvPr id="1" name=""/>
        <p:cNvGrpSpPr/>
        <p:nvPr/>
      </p:nvGrpSpPr>
      <p:grpSpPr>
        <a:xfrm>
          <a:off x="0" y="0"/>
          <a:ext cx="0" cy="0"/>
          <a:chOff x="0" y="0"/>
          <a:chExt cx="0" cy="0"/>
        </a:xfrm>
      </p:grpSpPr>
      <p:grpSp>
        <p:nvGrpSpPr>
          <p:cNvPr name="Group 2" id="2"/>
          <p:cNvGrpSpPr/>
          <p:nvPr/>
        </p:nvGrpSpPr>
        <p:grpSpPr>
          <a:xfrm rot="0">
            <a:off x="2363314" y="3042329"/>
            <a:ext cx="2411484" cy="241148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2"/>
              <a:stretch>
                <a:fillRect l="0" t="0" r="0" b="0"/>
              </a:stretch>
            </a:blipFill>
          </p:spPr>
        </p:sp>
      </p:grpSp>
      <p:grpSp>
        <p:nvGrpSpPr>
          <p:cNvPr name="Group 4" id="4"/>
          <p:cNvGrpSpPr/>
          <p:nvPr/>
        </p:nvGrpSpPr>
        <p:grpSpPr>
          <a:xfrm rot="0">
            <a:off x="5955871" y="3042329"/>
            <a:ext cx="2411484" cy="2411484"/>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3"/>
              <a:stretch>
                <a:fillRect l="0" t="0" r="0" b="0"/>
              </a:stretch>
            </a:blipFill>
            <a:ln cap="sq">
              <a:noFill/>
              <a:prstDash val="solid"/>
              <a:miter/>
            </a:ln>
          </p:spPr>
        </p:sp>
      </p:grpSp>
      <p:sp>
        <p:nvSpPr>
          <p:cNvPr name="Freeform 6" id="6"/>
          <p:cNvSpPr/>
          <p:nvPr/>
        </p:nvSpPr>
        <p:spPr>
          <a:xfrm flipH="false" flipV="false" rot="4483860">
            <a:off x="13980300" y="-2456194"/>
            <a:ext cx="6558000" cy="7023293"/>
          </a:xfrm>
          <a:custGeom>
            <a:avLst/>
            <a:gdLst/>
            <a:ahLst/>
            <a:cxnLst/>
            <a:rect r="r" b="b" t="t" l="l"/>
            <a:pathLst>
              <a:path h="7023293" w="6558000">
                <a:moveTo>
                  <a:pt x="0" y="0"/>
                </a:moveTo>
                <a:lnTo>
                  <a:pt x="6558000" y="0"/>
                </a:lnTo>
                <a:lnTo>
                  <a:pt x="6558000" y="7023293"/>
                </a:lnTo>
                <a:lnTo>
                  <a:pt x="0" y="70232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7" id="7"/>
          <p:cNvSpPr/>
          <p:nvPr/>
        </p:nvSpPr>
        <p:spPr>
          <a:xfrm flipH="false" flipV="false" rot="5510910">
            <a:off x="-1245405" y="6829211"/>
            <a:ext cx="4753363" cy="5090617"/>
          </a:xfrm>
          <a:custGeom>
            <a:avLst/>
            <a:gdLst/>
            <a:ahLst/>
            <a:cxnLst/>
            <a:rect r="r" b="b" t="t" l="l"/>
            <a:pathLst>
              <a:path h="5090617" w="4753363">
                <a:moveTo>
                  <a:pt x="0" y="0"/>
                </a:moveTo>
                <a:lnTo>
                  <a:pt x="4753363" y="0"/>
                </a:lnTo>
                <a:lnTo>
                  <a:pt x="4753363" y="5090616"/>
                </a:lnTo>
                <a:lnTo>
                  <a:pt x="0" y="50906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grpSp>
        <p:nvGrpSpPr>
          <p:cNvPr name="Group 8" id="8"/>
          <p:cNvGrpSpPr/>
          <p:nvPr/>
        </p:nvGrpSpPr>
        <p:grpSpPr>
          <a:xfrm rot="0">
            <a:off x="13147464" y="3042329"/>
            <a:ext cx="2411484" cy="241148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6"/>
              <a:stretch>
                <a:fillRect l="0" t="0" r="0" b="0"/>
              </a:stretch>
            </a:blipFill>
            <a:ln cap="sq">
              <a:noFill/>
              <a:prstDash val="solid"/>
              <a:miter/>
            </a:ln>
          </p:spPr>
        </p:sp>
      </p:grpSp>
      <p:grpSp>
        <p:nvGrpSpPr>
          <p:cNvPr name="Group 10" id="10"/>
          <p:cNvGrpSpPr/>
          <p:nvPr/>
        </p:nvGrpSpPr>
        <p:grpSpPr>
          <a:xfrm rot="0">
            <a:off x="9552243" y="3042329"/>
            <a:ext cx="2411484" cy="241148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7"/>
              <a:stretch>
                <a:fillRect l="0" t="-5355" r="0" b="-44644"/>
              </a:stretch>
            </a:blipFill>
            <a:ln cap="sq">
              <a:noFill/>
              <a:prstDash val="solid"/>
              <a:miter/>
            </a:ln>
          </p:spPr>
        </p:sp>
      </p:grpSp>
      <p:grpSp>
        <p:nvGrpSpPr>
          <p:cNvPr name="Group 12" id="12"/>
          <p:cNvGrpSpPr/>
          <p:nvPr/>
        </p:nvGrpSpPr>
        <p:grpSpPr>
          <a:xfrm rot="0">
            <a:off x="5955871" y="5592824"/>
            <a:ext cx="2778374" cy="3074160"/>
            <a:chOff x="0" y="0"/>
            <a:chExt cx="3704499" cy="4098880"/>
          </a:xfrm>
        </p:grpSpPr>
        <p:sp>
          <p:nvSpPr>
            <p:cNvPr name="TextBox 13" id="13"/>
            <p:cNvSpPr txBox="true"/>
            <p:nvPr/>
          </p:nvSpPr>
          <p:spPr>
            <a:xfrm rot="0">
              <a:off x="1535" y="1222514"/>
              <a:ext cx="3702963" cy="395393"/>
            </a:xfrm>
            <a:prstGeom prst="rect">
              <a:avLst/>
            </a:prstGeom>
          </p:spPr>
          <p:txBody>
            <a:bodyPr anchor="t" rtlCol="false" tIns="0" lIns="0" bIns="0" rIns="0">
              <a:spAutoFit/>
            </a:bodyPr>
            <a:lstStyle/>
            <a:p>
              <a:pPr algn="l" marL="0" indent="0" lvl="0">
                <a:lnSpc>
                  <a:spcPts val="1940"/>
                </a:lnSpc>
                <a:spcBef>
                  <a:spcPct val="0"/>
                </a:spcBef>
              </a:pPr>
              <a:r>
                <a:rPr lang="en-US" sz="2000" spc="118" strike="noStrike" u="none">
                  <a:solidFill>
                    <a:srgbClr val="FF983D"/>
                  </a:solidFill>
                  <a:latin typeface="ITC Avant Garde Gothic"/>
                  <a:ea typeface="ITC Avant Garde Gothic"/>
                  <a:cs typeface="ITC Avant Garde Gothic"/>
                  <a:sym typeface="ITC Avant Garde Gothic"/>
                </a:rPr>
                <a:t>Marketing.</a:t>
              </a:r>
            </a:p>
          </p:txBody>
        </p:sp>
        <p:sp>
          <p:nvSpPr>
            <p:cNvPr name="TextBox 14" id="14"/>
            <p:cNvSpPr txBox="true"/>
            <p:nvPr/>
          </p:nvSpPr>
          <p:spPr>
            <a:xfrm rot="0">
              <a:off x="0" y="-9525"/>
              <a:ext cx="3702963" cy="1091565"/>
            </a:xfrm>
            <a:prstGeom prst="rect">
              <a:avLst/>
            </a:prstGeom>
          </p:spPr>
          <p:txBody>
            <a:bodyPr anchor="t" rtlCol="false" tIns="0" lIns="0" bIns="0" rIns="0">
              <a:spAutoFit/>
            </a:bodyPr>
            <a:lstStyle/>
            <a:p>
              <a:pPr algn="l" marL="0" indent="0" lvl="0">
                <a:lnSpc>
                  <a:spcPts val="2910"/>
                </a:lnSpc>
                <a:spcBef>
                  <a:spcPct val="0"/>
                </a:spcBef>
              </a:pPr>
              <a:r>
                <a:rPr lang="en-US" sz="3000" spc="177" strike="noStrike" u="none">
                  <a:solidFill>
                    <a:srgbClr val="FF983D"/>
                  </a:solidFill>
                  <a:latin typeface="Retropix"/>
                  <a:ea typeface="Retropix"/>
                  <a:cs typeface="Retropix"/>
                  <a:sym typeface="Retropix"/>
                </a:rPr>
                <a:t>Carlos Méndez</a:t>
              </a:r>
            </a:p>
          </p:txBody>
        </p:sp>
        <p:sp>
          <p:nvSpPr>
            <p:cNvPr name="TextBox 15" id="15"/>
            <p:cNvSpPr txBox="true"/>
            <p:nvPr/>
          </p:nvSpPr>
          <p:spPr>
            <a:xfrm rot="0">
              <a:off x="1535" y="1871173"/>
              <a:ext cx="3702963" cy="2227707"/>
            </a:xfrm>
            <a:prstGeom prst="rect">
              <a:avLst/>
            </a:prstGeom>
          </p:spPr>
          <p:txBody>
            <a:bodyPr anchor="t" rtlCol="false" tIns="0" lIns="0" bIns="0" rIns="0">
              <a:spAutoFit/>
            </a:bodyPr>
            <a:lstStyle/>
            <a:p>
              <a:pPr algn="l" marL="0" indent="0" lvl="0">
                <a:lnSpc>
                  <a:spcPts val="2207"/>
                </a:lnSpc>
                <a:spcBef>
                  <a:spcPct val="0"/>
                </a:spcBef>
              </a:pPr>
              <a:r>
                <a:rPr lang="en-US" sz="1599" strike="noStrike" u="none">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Praesent risus leo, fringilla et ipsum.</a:t>
              </a:r>
            </a:p>
          </p:txBody>
        </p:sp>
      </p:grpSp>
      <p:grpSp>
        <p:nvGrpSpPr>
          <p:cNvPr name="Group 16" id="16"/>
          <p:cNvGrpSpPr/>
          <p:nvPr/>
        </p:nvGrpSpPr>
        <p:grpSpPr>
          <a:xfrm rot="0">
            <a:off x="2363314" y="5773799"/>
            <a:ext cx="2777222" cy="2712210"/>
            <a:chOff x="0" y="0"/>
            <a:chExt cx="3702963" cy="3616280"/>
          </a:xfrm>
        </p:grpSpPr>
        <p:sp>
          <p:nvSpPr>
            <p:cNvPr name="TextBox 17" id="17"/>
            <p:cNvSpPr txBox="true"/>
            <p:nvPr/>
          </p:nvSpPr>
          <p:spPr>
            <a:xfrm rot="0">
              <a:off x="0" y="739914"/>
              <a:ext cx="3702963" cy="395393"/>
            </a:xfrm>
            <a:prstGeom prst="rect">
              <a:avLst/>
            </a:prstGeom>
          </p:spPr>
          <p:txBody>
            <a:bodyPr anchor="t" rtlCol="false" tIns="0" lIns="0" bIns="0" rIns="0">
              <a:spAutoFit/>
            </a:bodyPr>
            <a:lstStyle/>
            <a:p>
              <a:pPr algn="l" marL="0" indent="0" lvl="0">
                <a:lnSpc>
                  <a:spcPts val="1940"/>
                </a:lnSpc>
                <a:spcBef>
                  <a:spcPct val="0"/>
                </a:spcBef>
              </a:pPr>
              <a:r>
                <a:rPr lang="en-US" sz="2000" spc="118" strike="noStrike" u="none">
                  <a:solidFill>
                    <a:srgbClr val="FF983D"/>
                  </a:solidFill>
                  <a:latin typeface="ITC Avant Garde Gothic"/>
                  <a:ea typeface="ITC Avant Garde Gothic"/>
                  <a:cs typeface="ITC Avant Garde Gothic"/>
                  <a:sym typeface="ITC Avant Garde Gothic"/>
                </a:rPr>
                <a:t>Gestión.</a:t>
              </a:r>
            </a:p>
          </p:txBody>
        </p:sp>
        <p:sp>
          <p:nvSpPr>
            <p:cNvPr name="TextBox 18" id="18"/>
            <p:cNvSpPr txBox="true"/>
            <p:nvPr/>
          </p:nvSpPr>
          <p:spPr>
            <a:xfrm rot="0">
              <a:off x="0" y="-9525"/>
              <a:ext cx="3702963" cy="608965"/>
            </a:xfrm>
            <a:prstGeom prst="rect">
              <a:avLst/>
            </a:prstGeom>
          </p:spPr>
          <p:txBody>
            <a:bodyPr anchor="t" rtlCol="false" tIns="0" lIns="0" bIns="0" rIns="0">
              <a:spAutoFit/>
            </a:bodyPr>
            <a:lstStyle/>
            <a:p>
              <a:pPr algn="l" marL="0" indent="0" lvl="0">
                <a:lnSpc>
                  <a:spcPts val="2910"/>
                </a:lnSpc>
                <a:spcBef>
                  <a:spcPct val="0"/>
                </a:spcBef>
              </a:pPr>
              <a:r>
                <a:rPr lang="en-US" sz="3000" spc="177" strike="noStrike" u="none">
                  <a:solidFill>
                    <a:srgbClr val="FF983D"/>
                  </a:solidFill>
                  <a:latin typeface="Retropix"/>
                  <a:ea typeface="Retropix"/>
                  <a:cs typeface="Retropix"/>
                  <a:sym typeface="Retropix"/>
                </a:rPr>
                <a:t>Aina Soler</a:t>
              </a:r>
            </a:p>
          </p:txBody>
        </p:sp>
        <p:sp>
          <p:nvSpPr>
            <p:cNvPr name="TextBox 19" id="19"/>
            <p:cNvSpPr txBox="true"/>
            <p:nvPr/>
          </p:nvSpPr>
          <p:spPr>
            <a:xfrm rot="0">
              <a:off x="0" y="1388573"/>
              <a:ext cx="3702963" cy="2227707"/>
            </a:xfrm>
            <a:prstGeom prst="rect">
              <a:avLst/>
            </a:prstGeom>
          </p:spPr>
          <p:txBody>
            <a:bodyPr anchor="t" rtlCol="false" tIns="0" lIns="0" bIns="0" rIns="0">
              <a:spAutoFit/>
            </a:bodyPr>
            <a:lstStyle/>
            <a:p>
              <a:pPr algn="l" marL="0" indent="0" lvl="0">
                <a:lnSpc>
                  <a:spcPts val="2207"/>
                </a:lnSpc>
                <a:spcBef>
                  <a:spcPct val="0"/>
                </a:spcBef>
              </a:pPr>
              <a:r>
                <a:rPr lang="en-US" sz="1599" strike="noStrike" u="none">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Praesent risus leo, fringilla et ipsum.</a:t>
              </a:r>
            </a:p>
          </p:txBody>
        </p:sp>
      </p:grpSp>
      <p:grpSp>
        <p:nvGrpSpPr>
          <p:cNvPr name="Group 20" id="20"/>
          <p:cNvGrpSpPr/>
          <p:nvPr/>
        </p:nvGrpSpPr>
        <p:grpSpPr>
          <a:xfrm rot="0">
            <a:off x="9550732" y="5773799"/>
            <a:ext cx="2778734" cy="2712210"/>
            <a:chOff x="0" y="0"/>
            <a:chExt cx="3704978" cy="3616280"/>
          </a:xfrm>
        </p:grpSpPr>
        <p:sp>
          <p:nvSpPr>
            <p:cNvPr name="TextBox 21" id="21"/>
            <p:cNvSpPr txBox="true"/>
            <p:nvPr/>
          </p:nvSpPr>
          <p:spPr>
            <a:xfrm rot="0">
              <a:off x="2015" y="1388573"/>
              <a:ext cx="3702963" cy="2227707"/>
            </a:xfrm>
            <a:prstGeom prst="rect">
              <a:avLst/>
            </a:prstGeom>
          </p:spPr>
          <p:txBody>
            <a:bodyPr anchor="t" rtlCol="false" tIns="0" lIns="0" bIns="0" rIns="0">
              <a:spAutoFit/>
            </a:bodyPr>
            <a:lstStyle/>
            <a:p>
              <a:pPr algn="l" marL="0" indent="0" lvl="0">
                <a:lnSpc>
                  <a:spcPts val="2207"/>
                </a:lnSpc>
                <a:spcBef>
                  <a:spcPct val="0"/>
                </a:spcBef>
              </a:pPr>
              <a:r>
                <a:rPr lang="en-US" sz="1599" strike="noStrike" u="none">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Praesent risus leo, fringilla et ipsum.</a:t>
              </a:r>
            </a:p>
          </p:txBody>
        </p:sp>
        <p:sp>
          <p:nvSpPr>
            <p:cNvPr name="TextBox 22" id="22"/>
            <p:cNvSpPr txBox="true"/>
            <p:nvPr/>
          </p:nvSpPr>
          <p:spPr>
            <a:xfrm rot="0">
              <a:off x="0" y="739914"/>
              <a:ext cx="3702963" cy="395393"/>
            </a:xfrm>
            <a:prstGeom prst="rect">
              <a:avLst/>
            </a:prstGeom>
          </p:spPr>
          <p:txBody>
            <a:bodyPr anchor="t" rtlCol="false" tIns="0" lIns="0" bIns="0" rIns="0">
              <a:spAutoFit/>
            </a:bodyPr>
            <a:lstStyle/>
            <a:p>
              <a:pPr algn="l" marL="0" indent="0" lvl="0">
                <a:lnSpc>
                  <a:spcPts val="1940"/>
                </a:lnSpc>
                <a:spcBef>
                  <a:spcPct val="0"/>
                </a:spcBef>
              </a:pPr>
              <a:r>
                <a:rPr lang="en-US" sz="2000" spc="118" strike="noStrike" u="none">
                  <a:solidFill>
                    <a:srgbClr val="FF983D"/>
                  </a:solidFill>
                  <a:latin typeface="ITC Avant Garde Gothic"/>
                  <a:ea typeface="ITC Avant Garde Gothic"/>
                  <a:cs typeface="ITC Avant Garde Gothic"/>
                  <a:sym typeface="ITC Avant Garde Gothic"/>
                </a:rPr>
                <a:t>Estrategia.</a:t>
              </a:r>
            </a:p>
          </p:txBody>
        </p:sp>
        <p:sp>
          <p:nvSpPr>
            <p:cNvPr name="TextBox 23" id="23"/>
            <p:cNvSpPr txBox="true"/>
            <p:nvPr/>
          </p:nvSpPr>
          <p:spPr>
            <a:xfrm rot="0">
              <a:off x="2015" y="-9525"/>
              <a:ext cx="3702963" cy="608965"/>
            </a:xfrm>
            <a:prstGeom prst="rect">
              <a:avLst/>
            </a:prstGeom>
          </p:spPr>
          <p:txBody>
            <a:bodyPr anchor="t" rtlCol="false" tIns="0" lIns="0" bIns="0" rIns="0">
              <a:spAutoFit/>
            </a:bodyPr>
            <a:lstStyle/>
            <a:p>
              <a:pPr algn="l" marL="0" indent="0" lvl="0">
                <a:lnSpc>
                  <a:spcPts val="2910"/>
                </a:lnSpc>
                <a:spcBef>
                  <a:spcPct val="0"/>
                </a:spcBef>
              </a:pPr>
              <a:r>
                <a:rPr lang="en-US" sz="3000" spc="177" strike="noStrike" u="none">
                  <a:solidFill>
                    <a:srgbClr val="FF983D"/>
                  </a:solidFill>
                  <a:latin typeface="Retropix"/>
                  <a:ea typeface="Retropix"/>
                  <a:cs typeface="Retropix"/>
                  <a:sym typeface="Retropix"/>
                </a:rPr>
                <a:t>Lola Sánchez</a:t>
              </a:r>
            </a:p>
          </p:txBody>
        </p:sp>
      </p:grpSp>
      <p:grpSp>
        <p:nvGrpSpPr>
          <p:cNvPr name="Group 24" id="24"/>
          <p:cNvGrpSpPr/>
          <p:nvPr/>
        </p:nvGrpSpPr>
        <p:grpSpPr>
          <a:xfrm rot="0">
            <a:off x="13145953" y="5773799"/>
            <a:ext cx="2778734" cy="2712210"/>
            <a:chOff x="0" y="0"/>
            <a:chExt cx="3704978" cy="3616280"/>
          </a:xfrm>
        </p:grpSpPr>
        <p:sp>
          <p:nvSpPr>
            <p:cNvPr name="TextBox 25" id="25"/>
            <p:cNvSpPr txBox="true"/>
            <p:nvPr/>
          </p:nvSpPr>
          <p:spPr>
            <a:xfrm rot="0">
              <a:off x="2015" y="1388573"/>
              <a:ext cx="3702963" cy="2227707"/>
            </a:xfrm>
            <a:prstGeom prst="rect">
              <a:avLst/>
            </a:prstGeom>
          </p:spPr>
          <p:txBody>
            <a:bodyPr anchor="t" rtlCol="false" tIns="0" lIns="0" bIns="0" rIns="0">
              <a:spAutoFit/>
            </a:bodyPr>
            <a:lstStyle/>
            <a:p>
              <a:pPr algn="l" marL="0" indent="0" lvl="0">
                <a:lnSpc>
                  <a:spcPts val="2207"/>
                </a:lnSpc>
                <a:spcBef>
                  <a:spcPct val="0"/>
                </a:spcBef>
              </a:pPr>
              <a:r>
                <a:rPr lang="en-US" sz="1599" strike="noStrike" u="none">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Praesent risus leo, fringilla et ipsum.</a:t>
              </a:r>
            </a:p>
          </p:txBody>
        </p:sp>
        <p:sp>
          <p:nvSpPr>
            <p:cNvPr name="TextBox 26" id="26"/>
            <p:cNvSpPr txBox="true"/>
            <p:nvPr/>
          </p:nvSpPr>
          <p:spPr>
            <a:xfrm rot="0">
              <a:off x="2015" y="739914"/>
              <a:ext cx="3702963" cy="395393"/>
            </a:xfrm>
            <a:prstGeom prst="rect">
              <a:avLst/>
            </a:prstGeom>
          </p:spPr>
          <p:txBody>
            <a:bodyPr anchor="t" rtlCol="false" tIns="0" lIns="0" bIns="0" rIns="0">
              <a:spAutoFit/>
            </a:bodyPr>
            <a:lstStyle/>
            <a:p>
              <a:pPr algn="l" marL="0" indent="0" lvl="0">
                <a:lnSpc>
                  <a:spcPts val="1940"/>
                </a:lnSpc>
                <a:spcBef>
                  <a:spcPct val="0"/>
                </a:spcBef>
              </a:pPr>
              <a:r>
                <a:rPr lang="en-US" sz="2000" spc="118" strike="noStrike" u="none">
                  <a:solidFill>
                    <a:srgbClr val="FF983D"/>
                  </a:solidFill>
                  <a:latin typeface="ITC Avant Garde Gothic"/>
                  <a:ea typeface="ITC Avant Garde Gothic"/>
                  <a:cs typeface="ITC Avant Garde Gothic"/>
                  <a:sym typeface="ITC Avant Garde Gothic"/>
                </a:rPr>
                <a:t>Diseño.</a:t>
              </a:r>
            </a:p>
          </p:txBody>
        </p:sp>
        <p:sp>
          <p:nvSpPr>
            <p:cNvPr name="TextBox 27" id="27"/>
            <p:cNvSpPr txBox="true"/>
            <p:nvPr/>
          </p:nvSpPr>
          <p:spPr>
            <a:xfrm rot="0">
              <a:off x="0" y="-9525"/>
              <a:ext cx="3702963" cy="608965"/>
            </a:xfrm>
            <a:prstGeom prst="rect">
              <a:avLst/>
            </a:prstGeom>
          </p:spPr>
          <p:txBody>
            <a:bodyPr anchor="t" rtlCol="false" tIns="0" lIns="0" bIns="0" rIns="0">
              <a:spAutoFit/>
            </a:bodyPr>
            <a:lstStyle/>
            <a:p>
              <a:pPr algn="l" marL="0" indent="0" lvl="0">
                <a:lnSpc>
                  <a:spcPts val="2910"/>
                </a:lnSpc>
                <a:spcBef>
                  <a:spcPct val="0"/>
                </a:spcBef>
              </a:pPr>
              <a:r>
                <a:rPr lang="en-US" sz="3000" spc="177" strike="noStrike" u="none">
                  <a:solidFill>
                    <a:srgbClr val="FF983D"/>
                  </a:solidFill>
                  <a:latin typeface="Retropix"/>
                  <a:ea typeface="Retropix"/>
                  <a:cs typeface="Retropix"/>
                  <a:sym typeface="Retropix"/>
                </a:rPr>
                <a:t>Rafa Ramírez</a:t>
              </a:r>
            </a:p>
          </p:txBody>
        </p:sp>
      </p:grpSp>
      <p:sp>
        <p:nvSpPr>
          <p:cNvPr name="TextBox 28" id="28"/>
          <p:cNvSpPr txBox="true"/>
          <p:nvPr/>
        </p:nvSpPr>
        <p:spPr>
          <a:xfrm rot="0">
            <a:off x="2375501" y="1846437"/>
            <a:ext cx="10955762" cy="716280"/>
          </a:xfrm>
          <a:prstGeom prst="rect">
            <a:avLst/>
          </a:prstGeom>
        </p:spPr>
        <p:txBody>
          <a:bodyPr anchor="t" rtlCol="false" tIns="0" lIns="0" bIns="0" rIns="0">
            <a:spAutoFit/>
          </a:bodyPr>
          <a:lstStyle/>
          <a:p>
            <a:pPr algn="l">
              <a:lnSpc>
                <a:spcPts val="2760"/>
              </a:lnSpc>
            </a:pPr>
            <a:r>
              <a:rPr lang="en-US" sz="2000">
                <a:solidFill>
                  <a:srgbClr val="C7C2EF"/>
                </a:solidFill>
                <a:latin typeface="ITC Avant Garde Gothic"/>
                <a:ea typeface="ITC Avant Garde Gothic"/>
                <a:cs typeface="ITC Avant Garde Gothic"/>
                <a:sym typeface="ITC Avant Garde Gothic"/>
              </a:rPr>
              <a:t>Lorem ipsum dolor sit amet, consectetur adipiscing elit. Ut a enim nec nisl ullamcorper eleifend. Praesent risus leo, fringilla et ipsum.</a:t>
            </a:r>
          </a:p>
        </p:txBody>
      </p:sp>
      <p:sp>
        <p:nvSpPr>
          <p:cNvPr name="TextBox 29" id="29"/>
          <p:cNvSpPr txBox="true"/>
          <p:nvPr/>
        </p:nvSpPr>
        <p:spPr>
          <a:xfrm rot="0">
            <a:off x="2363314" y="845902"/>
            <a:ext cx="8338340" cy="968375"/>
          </a:xfrm>
          <a:prstGeom prst="rect">
            <a:avLst/>
          </a:prstGeom>
        </p:spPr>
        <p:txBody>
          <a:bodyPr anchor="t" rtlCol="false" tIns="0" lIns="0" bIns="0" rIns="0">
            <a:spAutoFit/>
          </a:bodyPr>
          <a:lstStyle/>
          <a:p>
            <a:pPr algn="l">
              <a:lnSpc>
                <a:spcPts val="7000"/>
              </a:lnSpc>
            </a:pPr>
            <a:r>
              <a:rPr lang="en-US" sz="5000">
                <a:solidFill>
                  <a:srgbClr val="FF983D"/>
                </a:solidFill>
                <a:latin typeface="Retropix"/>
                <a:ea typeface="Retropix"/>
                <a:cs typeface="Retropix"/>
                <a:sym typeface="Retropix"/>
              </a:rPr>
              <a:t>El equipo</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7081E"/>
        </a:solidFill>
      </p:bgPr>
    </p:bg>
    <p:spTree>
      <p:nvGrpSpPr>
        <p:cNvPr id="1" name=""/>
        <p:cNvGrpSpPr/>
        <p:nvPr/>
      </p:nvGrpSpPr>
      <p:grpSpPr>
        <a:xfrm>
          <a:off x="0" y="0"/>
          <a:ext cx="0" cy="0"/>
          <a:chOff x="0" y="0"/>
          <a:chExt cx="0" cy="0"/>
        </a:xfrm>
      </p:grpSpPr>
      <p:sp>
        <p:nvSpPr>
          <p:cNvPr name="Freeform 2" id="2"/>
          <p:cNvSpPr/>
          <p:nvPr/>
        </p:nvSpPr>
        <p:spPr>
          <a:xfrm flipH="false" flipV="false" rot="0">
            <a:off x="4963707" y="1028700"/>
            <a:ext cx="1262370" cy="1536070"/>
          </a:xfrm>
          <a:custGeom>
            <a:avLst/>
            <a:gdLst/>
            <a:ahLst/>
            <a:cxnLst/>
            <a:rect r="r" b="b" t="t" l="l"/>
            <a:pathLst>
              <a:path h="1536070" w="1262370">
                <a:moveTo>
                  <a:pt x="0" y="0"/>
                </a:moveTo>
                <a:lnTo>
                  <a:pt x="1262370" y="0"/>
                </a:lnTo>
                <a:lnTo>
                  <a:pt x="1262370" y="1536070"/>
                </a:lnTo>
                <a:lnTo>
                  <a:pt x="0" y="15360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880502" y="1028700"/>
            <a:ext cx="1279127" cy="1536070"/>
          </a:xfrm>
          <a:custGeom>
            <a:avLst/>
            <a:gdLst/>
            <a:ahLst/>
            <a:cxnLst/>
            <a:rect r="r" b="b" t="t" l="l"/>
            <a:pathLst>
              <a:path h="1536070" w="1279127">
                <a:moveTo>
                  <a:pt x="0" y="0"/>
                </a:moveTo>
                <a:lnTo>
                  <a:pt x="1279128" y="0"/>
                </a:lnTo>
                <a:lnTo>
                  <a:pt x="1279128" y="1536070"/>
                </a:lnTo>
                <a:lnTo>
                  <a:pt x="0" y="15360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643326" y="1028700"/>
            <a:ext cx="1760080" cy="1536070"/>
          </a:xfrm>
          <a:custGeom>
            <a:avLst/>
            <a:gdLst/>
            <a:ahLst/>
            <a:cxnLst/>
            <a:rect r="r" b="b" t="t" l="l"/>
            <a:pathLst>
              <a:path h="1536070" w="1760080">
                <a:moveTo>
                  <a:pt x="0" y="0"/>
                </a:moveTo>
                <a:lnTo>
                  <a:pt x="1760080" y="0"/>
                </a:lnTo>
                <a:lnTo>
                  <a:pt x="1760080" y="1536070"/>
                </a:lnTo>
                <a:lnTo>
                  <a:pt x="0" y="15360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0788653" y="1028700"/>
            <a:ext cx="2128057" cy="1536070"/>
          </a:xfrm>
          <a:custGeom>
            <a:avLst/>
            <a:gdLst/>
            <a:ahLst/>
            <a:cxnLst/>
            <a:rect r="r" b="b" t="t" l="l"/>
            <a:pathLst>
              <a:path h="1536070" w="2128057">
                <a:moveTo>
                  <a:pt x="0" y="0"/>
                </a:moveTo>
                <a:lnTo>
                  <a:pt x="2128057" y="0"/>
                </a:lnTo>
                <a:lnTo>
                  <a:pt x="2128057" y="1536070"/>
                </a:lnTo>
                <a:lnTo>
                  <a:pt x="0" y="15360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3305297" y="1028700"/>
            <a:ext cx="1457870" cy="1536070"/>
          </a:xfrm>
          <a:custGeom>
            <a:avLst/>
            <a:gdLst/>
            <a:ahLst/>
            <a:cxnLst/>
            <a:rect r="r" b="b" t="t" l="l"/>
            <a:pathLst>
              <a:path h="1536070" w="1457870">
                <a:moveTo>
                  <a:pt x="0" y="0"/>
                </a:moveTo>
                <a:lnTo>
                  <a:pt x="1457871" y="0"/>
                </a:lnTo>
                <a:lnTo>
                  <a:pt x="1457871" y="1536070"/>
                </a:lnTo>
                <a:lnTo>
                  <a:pt x="0" y="153607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5251161" y="1028700"/>
            <a:ext cx="1435527" cy="1536070"/>
          </a:xfrm>
          <a:custGeom>
            <a:avLst/>
            <a:gdLst/>
            <a:ahLst/>
            <a:cxnLst/>
            <a:rect r="r" b="b" t="t" l="l"/>
            <a:pathLst>
              <a:path h="1536070" w="1435527">
                <a:moveTo>
                  <a:pt x="0" y="0"/>
                </a:moveTo>
                <a:lnTo>
                  <a:pt x="1435527" y="0"/>
                </a:lnTo>
                <a:lnTo>
                  <a:pt x="1435527" y="1536070"/>
                </a:lnTo>
                <a:lnTo>
                  <a:pt x="0" y="153607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4963707" y="2992959"/>
            <a:ext cx="1487048" cy="1208565"/>
          </a:xfrm>
          <a:custGeom>
            <a:avLst/>
            <a:gdLst/>
            <a:ahLst/>
            <a:cxnLst/>
            <a:rect r="r" b="b" t="t" l="l"/>
            <a:pathLst>
              <a:path h="1208565" w="1487048">
                <a:moveTo>
                  <a:pt x="0" y="0"/>
                </a:moveTo>
                <a:lnTo>
                  <a:pt x="1487048" y="0"/>
                </a:lnTo>
                <a:lnTo>
                  <a:pt x="1487048" y="1208565"/>
                </a:lnTo>
                <a:lnTo>
                  <a:pt x="0" y="120856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6880502" y="2873771"/>
            <a:ext cx="1420634" cy="1446942"/>
          </a:xfrm>
          <a:custGeom>
            <a:avLst/>
            <a:gdLst/>
            <a:ahLst/>
            <a:cxnLst/>
            <a:rect r="r" b="b" t="t" l="l"/>
            <a:pathLst>
              <a:path h="1446942" w="1420634">
                <a:moveTo>
                  <a:pt x="0" y="0"/>
                </a:moveTo>
                <a:lnTo>
                  <a:pt x="1420634" y="0"/>
                </a:lnTo>
                <a:lnTo>
                  <a:pt x="1420634" y="1446942"/>
                </a:lnTo>
                <a:lnTo>
                  <a:pt x="0" y="144694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0">
            <a:off x="8736176" y="3152122"/>
            <a:ext cx="1574380" cy="890240"/>
          </a:xfrm>
          <a:custGeom>
            <a:avLst/>
            <a:gdLst/>
            <a:ahLst/>
            <a:cxnLst/>
            <a:rect r="r" b="b" t="t" l="l"/>
            <a:pathLst>
              <a:path h="890240" w="1574380">
                <a:moveTo>
                  <a:pt x="0" y="0"/>
                </a:moveTo>
                <a:lnTo>
                  <a:pt x="1574380" y="0"/>
                </a:lnTo>
                <a:lnTo>
                  <a:pt x="1574380" y="890240"/>
                </a:lnTo>
                <a:lnTo>
                  <a:pt x="0" y="89024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1" id="11"/>
          <p:cNvSpPr/>
          <p:nvPr/>
        </p:nvSpPr>
        <p:spPr>
          <a:xfrm flipH="false" flipV="false" rot="0">
            <a:off x="11061954" y="2933365"/>
            <a:ext cx="1327753" cy="1327753"/>
          </a:xfrm>
          <a:custGeom>
            <a:avLst/>
            <a:gdLst/>
            <a:ahLst/>
            <a:cxnLst/>
            <a:rect r="r" b="b" t="t" l="l"/>
            <a:pathLst>
              <a:path h="1327753" w="1327753">
                <a:moveTo>
                  <a:pt x="0" y="0"/>
                </a:moveTo>
                <a:lnTo>
                  <a:pt x="1327754" y="0"/>
                </a:lnTo>
                <a:lnTo>
                  <a:pt x="1327754" y="1327753"/>
                </a:lnTo>
                <a:lnTo>
                  <a:pt x="0" y="1327753"/>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2" id="12"/>
          <p:cNvSpPr/>
          <p:nvPr/>
        </p:nvSpPr>
        <p:spPr>
          <a:xfrm flipH="false" flipV="false" rot="0">
            <a:off x="13139771" y="2992959"/>
            <a:ext cx="1806279" cy="1208565"/>
          </a:xfrm>
          <a:custGeom>
            <a:avLst/>
            <a:gdLst/>
            <a:ahLst/>
            <a:cxnLst/>
            <a:rect r="r" b="b" t="t" l="l"/>
            <a:pathLst>
              <a:path h="1208565" w="1806279">
                <a:moveTo>
                  <a:pt x="0" y="0"/>
                </a:moveTo>
                <a:lnTo>
                  <a:pt x="1806279" y="0"/>
                </a:lnTo>
                <a:lnTo>
                  <a:pt x="1806279" y="1208565"/>
                </a:lnTo>
                <a:lnTo>
                  <a:pt x="0" y="1208565"/>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13" id="13"/>
          <p:cNvSpPr/>
          <p:nvPr/>
        </p:nvSpPr>
        <p:spPr>
          <a:xfrm flipH="false" flipV="false" rot="0">
            <a:off x="15593958" y="2921078"/>
            <a:ext cx="944170" cy="1352327"/>
          </a:xfrm>
          <a:custGeom>
            <a:avLst/>
            <a:gdLst/>
            <a:ahLst/>
            <a:cxnLst/>
            <a:rect r="r" b="b" t="t" l="l"/>
            <a:pathLst>
              <a:path h="1352327" w="944170">
                <a:moveTo>
                  <a:pt x="0" y="0"/>
                </a:moveTo>
                <a:lnTo>
                  <a:pt x="944171" y="0"/>
                </a:lnTo>
                <a:lnTo>
                  <a:pt x="944171" y="1352327"/>
                </a:lnTo>
                <a:lnTo>
                  <a:pt x="0" y="1352327"/>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14" id="14"/>
          <p:cNvSpPr/>
          <p:nvPr/>
        </p:nvSpPr>
        <p:spPr>
          <a:xfrm flipH="false" flipV="false" rot="0">
            <a:off x="5234053" y="4604935"/>
            <a:ext cx="946357" cy="1441818"/>
          </a:xfrm>
          <a:custGeom>
            <a:avLst/>
            <a:gdLst/>
            <a:ahLst/>
            <a:cxnLst/>
            <a:rect r="r" b="b" t="t" l="l"/>
            <a:pathLst>
              <a:path h="1441818" w="946357">
                <a:moveTo>
                  <a:pt x="0" y="0"/>
                </a:moveTo>
                <a:lnTo>
                  <a:pt x="946357" y="0"/>
                </a:lnTo>
                <a:lnTo>
                  <a:pt x="946357" y="1441818"/>
                </a:lnTo>
                <a:lnTo>
                  <a:pt x="0" y="1441818"/>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15" id="15"/>
          <p:cNvSpPr/>
          <p:nvPr/>
        </p:nvSpPr>
        <p:spPr>
          <a:xfrm flipH="false" flipV="false" rot="0">
            <a:off x="6880502" y="4622464"/>
            <a:ext cx="1622049" cy="1406759"/>
          </a:xfrm>
          <a:custGeom>
            <a:avLst/>
            <a:gdLst/>
            <a:ahLst/>
            <a:cxnLst/>
            <a:rect r="r" b="b" t="t" l="l"/>
            <a:pathLst>
              <a:path h="1406759" w="1622049">
                <a:moveTo>
                  <a:pt x="0" y="0"/>
                </a:moveTo>
                <a:lnTo>
                  <a:pt x="1622050" y="0"/>
                </a:lnTo>
                <a:lnTo>
                  <a:pt x="1622050" y="1406759"/>
                </a:lnTo>
                <a:lnTo>
                  <a:pt x="0" y="1406759"/>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Freeform 16" id="16"/>
          <p:cNvSpPr/>
          <p:nvPr/>
        </p:nvSpPr>
        <p:spPr>
          <a:xfrm flipH="false" flipV="false" rot="0">
            <a:off x="9136119" y="4604935"/>
            <a:ext cx="838876" cy="1441818"/>
          </a:xfrm>
          <a:custGeom>
            <a:avLst/>
            <a:gdLst/>
            <a:ahLst/>
            <a:cxnLst/>
            <a:rect r="r" b="b" t="t" l="l"/>
            <a:pathLst>
              <a:path h="1441818" w="838876">
                <a:moveTo>
                  <a:pt x="0" y="0"/>
                </a:moveTo>
                <a:lnTo>
                  <a:pt x="838876" y="0"/>
                </a:lnTo>
                <a:lnTo>
                  <a:pt x="838876" y="1441818"/>
                </a:lnTo>
                <a:lnTo>
                  <a:pt x="0" y="1441818"/>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Freeform 17" id="17"/>
          <p:cNvSpPr/>
          <p:nvPr/>
        </p:nvSpPr>
        <p:spPr>
          <a:xfrm flipH="false" flipV="false" rot="0">
            <a:off x="11194152" y="4618121"/>
            <a:ext cx="1060297" cy="1415445"/>
          </a:xfrm>
          <a:custGeom>
            <a:avLst/>
            <a:gdLst/>
            <a:ahLst/>
            <a:cxnLst/>
            <a:rect r="r" b="b" t="t" l="l"/>
            <a:pathLst>
              <a:path h="1415445" w="1060297">
                <a:moveTo>
                  <a:pt x="0" y="0"/>
                </a:moveTo>
                <a:lnTo>
                  <a:pt x="1060297" y="0"/>
                </a:lnTo>
                <a:lnTo>
                  <a:pt x="1060297" y="1415445"/>
                </a:lnTo>
                <a:lnTo>
                  <a:pt x="0" y="1415445"/>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18" id="18"/>
          <p:cNvSpPr/>
          <p:nvPr/>
        </p:nvSpPr>
        <p:spPr>
          <a:xfrm flipH="false" flipV="false" rot="0">
            <a:off x="13305297" y="4670979"/>
            <a:ext cx="959675" cy="1309730"/>
          </a:xfrm>
          <a:custGeom>
            <a:avLst/>
            <a:gdLst/>
            <a:ahLst/>
            <a:cxnLst/>
            <a:rect r="r" b="b" t="t" l="l"/>
            <a:pathLst>
              <a:path h="1309730" w="959675">
                <a:moveTo>
                  <a:pt x="0" y="0"/>
                </a:moveTo>
                <a:lnTo>
                  <a:pt x="959675" y="0"/>
                </a:lnTo>
                <a:lnTo>
                  <a:pt x="959675" y="1309730"/>
                </a:lnTo>
                <a:lnTo>
                  <a:pt x="0" y="1309730"/>
                </a:lnTo>
                <a:lnTo>
                  <a:pt x="0" y="0"/>
                </a:lnTo>
                <a:close/>
              </a:path>
            </a:pathLst>
          </a:custGeom>
          <a:blipFill>
            <a:blip r:embed="rId34">
              <a:extLst>
                <a:ext uri="{96DAC541-7B7A-43D3-8B79-37D633B846F1}">
                  <asvg:svgBlip xmlns:asvg="http://schemas.microsoft.com/office/drawing/2016/SVG/main" r:embed="rId35"/>
                </a:ext>
              </a:extLst>
            </a:blip>
            <a:stretch>
              <a:fillRect l="0" t="0" r="0" b="0"/>
            </a:stretch>
          </a:blipFill>
        </p:spPr>
      </p:sp>
      <p:sp>
        <p:nvSpPr>
          <p:cNvPr name="Freeform 19" id="19"/>
          <p:cNvSpPr/>
          <p:nvPr/>
        </p:nvSpPr>
        <p:spPr>
          <a:xfrm flipH="false" flipV="false" rot="0">
            <a:off x="14946050" y="4664386"/>
            <a:ext cx="1330172" cy="1322916"/>
          </a:xfrm>
          <a:custGeom>
            <a:avLst/>
            <a:gdLst/>
            <a:ahLst/>
            <a:cxnLst/>
            <a:rect r="r" b="b" t="t" l="l"/>
            <a:pathLst>
              <a:path h="1322916" w="1330172">
                <a:moveTo>
                  <a:pt x="0" y="0"/>
                </a:moveTo>
                <a:lnTo>
                  <a:pt x="1330172" y="0"/>
                </a:lnTo>
                <a:lnTo>
                  <a:pt x="1330172" y="1322916"/>
                </a:lnTo>
                <a:lnTo>
                  <a:pt x="0" y="1322916"/>
                </a:lnTo>
                <a:lnTo>
                  <a:pt x="0" y="0"/>
                </a:lnTo>
                <a:close/>
              </a:path>
            </a:pathLst>
          </a:custGeom>
          <a:blipFill>
            <a:blip r:embed="rId36">
              <a:extLst>
                <a:ext uri="{96DAC541-7B7A-43D3-8B79-37D633B846F1}">
                  <asvg:svgBlip xmlns:asvg="http://schemas.microsoft.com/office/drawing/2016/SVG/main" r:embed="rId37"/>
                </a:ext>
              </a:extLst>
            </a:blip>
            <a:stretch>
              <a:fillRect l="0" t="0" r="0" b="0"/>
            </a:stretch>
          </a:blipFill>
        </p:spPr>
      </p:sp>
      <p:sp>
        <p:nvSpPr>
          <p:cNvPr name="Freeform 20" id="20"/>
          <p:cNvSpPr/>
          <p:nvPr/>
        </p:nvSpPr>
        <p:spPr>
          <a:xfrm flipH="false" flipV="false" rot="0">
            <a:off x="5234053" y="6466969"/>
            <a:ext cx="845596" cy="1302739"/>
          </a:xfrm>
          <a:custGeom>
            <a:avLst/>
            <a:gdLst/>
            <a:ahLst/>
            <a:cxnLst/>
            <a:rect r="r" b="b" t="t" l="l"/>
            <a:pathLst>
              <a:path h="1302739" w="845596">
                <a:moveTo>
                  <a:pt x="0" y="0"/>
                </a:moveTo>
                <a:lnTo>
                  <a:pt x="845596" y="0"/>
                </a:lnTo>
                <a:lnTo>
                  <a:pt x="845596" y="1302739"/>
                </a:lnTo>
                <a:lnTo>
                  <a:pt x="0" y="1302739"/>
                </a:lnTo>
                <a:lnTo>
                  <a:pt x="0" y="0"/>
                </a:lnTo>
                <a:close/>
              </a:path>
            </a:pathLst>
          </a:custGeom>
          <a:blipFill>
            <a:blip r:embed="rId38">
              <a:extLst>
                <a:ext uri="{96DAC541-7B7A-43D3-8B79-37D633B846F1}">
                  <asvg:svgBlip xmlns:asvg="http://schemas.microsoft.com/office/drawing/2016/SVG/main" r:embed="rId39"/>
                </a:ext>
              </a:extLst>
            </a:blip>
            <a:stretch>
              <a:fillRect l="0" t="0" r="0" b="0"/>
            </a:stretch>
          </a:blipFill>
        </p:spPr>
      </p:sp>
      <p:sp>
        <p:nvSpPr>
          <p:cNvPr name="Freeform 21" id="21"/>
          <p:cNvSpPr/>
          <p:nvPr/>
        </p:nvSpPr>
        <p:spPr>
          <a:xfrm flipH="false" flipV="false" rot="0">
            <a:off x="6880502" y="6485423"/>
            <a:ext cx="1420831" cy="1265831"/>
          </a:xfrm>
          <a:custGeom>
            <a:avLst/>
            <a:gdLst/>
            <a:ahLst/>
            <a:cxnLst/>
            <a:rect r="r" b="b" t="t" l="l"/>
            <a:pathLst>
              <a:path h="1265831" w="1420831">
                <a:moveTo>
                  <a:pt x="0" y="0"/>
                </a:moveTo>
                <a:lnTo>
                  <a:pt x="1420831" y="0"/>
                </a:lnTo>
                <a:lnTo>
                  <a:pt x="1420831" y="1265831"/>
                </a:lnTo>
                <a:lnTo>
                  <a:pt x="0" y="1265831"/>
                </a:lnTo>
                <a:lnTo>
                  <a:pt x="0" y="0"/>
                </a:lnTo>
                <a:close/>
              </a:path>
            </a:pathLst>
          </a:custGeom>
          <a:blipFill>
            <a:blip r:embed="rId40">
              <a:extLst>
                <a:ext uri="{96DAC541-7B7A-43D3-8B79-37D633B846F1}">
                  <asvg:svgBlip xmlns:asvg="http://schemas.microsoft.com/office/drawing/2016/SVG/main" r:embed="rId41"/>
                </a:ext>
              </a:extLst>
            </a:blip>
            <a:stretch>
              <a:fillRect l="0" t="0" r="0" b="0"/>
            </a:stretch>
          </a:blipFill>
        </p:spPr>
      </p:sp>
      <p:sp>
        <p:nvSpPr>
          <p:cNvPr name="Freeform 22" id="22"/>
          <p:cNvSpPr/>
          <p:nvPr/>
        </p:nvSpPr>
        <p:spPr>
          <a:xfrm flipH="false" flipV="false" rot="0">
            <a:off x="8993070" y="6471487"/>
            <a:ext cx="905592" cy="1293702"/>
          </a:xfrm>
          <a:custGeom>
            <a:avLst/>
            <a:gdLst/>
            <a:ahLst/>
            <a:cxnLst/>
            <a:rect r="r" b="b" t="t" l="l"/>
            <a:pathLst>
              <a:path h="1293702" w="905592">
                <a:moveTo>
                  <a:pt x="0" y="0"/>
                </a:moveTo>
                <a:lnTo>
                  <a:pt x="905591" y="0"/>
                </a:lnTo>
                <a:lnTo>
                  <a:pt x="905591" y="1293702"/>
                </a:lnTo>
                <a:lnTo>
                  <a:pt x="0" y="1293702"/>
                </a:lnTo>
                <a:lnTo>
                  <a:pt x="0" y="0"/>
                </a:lnTo>
                <a:close/>
              </a:path>
            </a:pathLst>
          </a:custGeom>
          <a:blipFill>
            <a:blip r:embed="rId42">
              <a:extLst>
                <a:ext uri="{96DAC541-7B7A-43D3-8B79-37D633B846F1}">
                  <asvg:svgBlip xmlns:asvg="http://schemas.microsoft.com/office/drawing/2016/SVG/main" r:embed="rId43"/>
                </a:ext>
              </a:extLst>
            </a:blip>
            <a:stretch>
              <a:fillRect l="0" t="0" r="0" b="0"/>
            </a:stretch>
          </a:blipFill>
        </p:spPr>
      </p:sp>
      <p:sp>
        <p:nvSpPr>
          <p:cNvPr name="Freeform 23" id="23"/>
          <p:cNvSpPr/>
          <p:nvPr/>
        </p:nvSpPr>
        <p:spPr>
          <a:xfrm flipH="false" flipV="false" rot="0">
            <a:off x="10788653" y="6466969"/>
            <a:ext cx="1110881" cy="1302739"/>
          </a:xfrm>
          <a:custGeom>
            <a:avLst/>
            <a:gdLst/>
            <a:ahLst/>
            <a:cxnLst/>
            <a:rect r="r" b="b" t="t" l="l"/>
            <a:pathLst>
              <a:path h="1302739" w="1110881">
                <a:moveTo>
                  <a:pt x="0" y="0"/>
                </a:moveTo>
                <a:lnTo>
                  <a:pt x="1110882" y="0"/>
                </a:lnTo>
                <a:lnTo>
                  <a:pt x="1110882" y="1302739"/>
                </a:lnTo>
                <a:lnTo>
                  <a:pt x="0" y="1302739"/>
                </a:lnTo>
                <a:lnTo>
                  <a:pt x="0" y="0"/>
                </a:lnTo>
                <a:close/>
              </a:path>
            </a:pathLst>
          </a:custGeom>
          <a:blipFill>
            <a:blip r:embed="rId44">
              <a:extLst>
                <a:ext uri="{96DAC541-7B7A-43D3-8B79-37D633B846F1}">
                  <asvg:svgBlip xmlns:asvg="http://schemas.microsoft.com/office/drawing/2016/SVG/main" r:embed="rId45"/>
                </a:ext>
              </a:extLst>
            </a:blip>
            <a:stretch>
              <a:fillRect l="0" t="0" r="0" b="0"/>
            </a:stretch>
          </a:blipFill>
        </p:spPr>
      </p:sp>
      <p:sp>
        <p:nvSpPr>
          <p:cNvPr name="Freeform 24" id="24"/>
          <p:cNvSpPr/>
          <p:nvPr/>
        </p:nvSpPr>
        <p:spPr>
          <a:xfrm flipH="false" flipV="false" rot="0">
            <a:off x="12478473" y="6504584"/>
            <a:ext cx="1945619" cy="1227509"/>
          </a:xfrm>
          <a:custGeom>
            <a:avLst/>
            <a:gdLst/>
            <a:ahLst/>
            <a:cxnLst/>
            <a:rect r="r" b="b" t="t" l="l"/>
            <a:pathLst>
              <a:path h="1227509" w="1945619">
                <a:moveTo>
                  <a:pt x="0" y="0"/>
                </a:moveTo>
                <a:lnTo>
                  <a:pt x="1945618" y="0"/>
                </a:lnTo>
                <a:lnTo>
                  <a:pt x="1945618" y="1227509"/>
                </a:lnTo>
                <a:lnTo>
                  <a:pt x="0" y="1227509"/>
                </a:lnTo>
                <a:lnTo>
                  <a:pt x="0" y="0"/>
                </a:lnTo>
                <a:close/>
              </a:path>
            </a:pathLst>
          </a:custGeom>
          <a:blipFill>
            <a:blip r:embed="rId46">
              <a:extLst>
                <a:ext uri="{96DAC541-7B7A-43D3-8B79-37D633B846F1}">
                  <asvg:svgBlip xmlns:asvg="http://schemas.microsoft.com/office/drawing/2016/SVG/main" r:embed="rId47"/>
                </a:ext>
              </a:extLst>
            </a:blip>
            <a:stretch>
              <a:fillRect l="0" t="0" r="0" b="0"/>
            </a:stretch>
          </a:blipFill>
        </p:spPr>
      </p:sp>
      <p:sp>
        <p:nvSpPr>
          <p:cNvPr name="Freeform 25" id="25"/>
          <p:cNvSpPr/>
          <p:nvPr/>
        </p:nvSpPr>
        <p:spPr>
          <a:xfrm flipH="false" flipV="false" rot="0">
            <a:off x="15089481" y="6537562"/>
            <a:ext cx="1448648" cy="1161552"/>
          </a:xfrm>
          <a:custGeom>
            <a:avLst/>
            <a:gdLst/>
            <a:ahLst/>
            <a:cxnLst/>
            <a:rect r="r" b="b" t="t" l="l"/>
            <a:pathLst>
              <a:path h="1161552" w="1448648">
                <a:moveTo>
                  <a:pt x="0" y="0"/>
                </a:moveTo>
                <a:lnTo>
                  <a:pt x="1448648" y="0"/>
                </a:lnTo>
                <a:lnTo>
                  <a:pt x="1448648" y="1161552"/>
                </a:lnTo>
                <a:lnTo>
                  <a:pt x="0" y="1161552"/>
                </a:lnTo>
                <a:lnTo>
                  <a:pt x="0" y="0"/>
                </a:lnTo>
                <a:close/>
              </a:path>
            </a:pathLst>
          </a:custGeom>
          <a:blipFill>
            <a:blip r:embed="rId48">
              <a:extLst>
                <a:ext uri="{96DAC541-7B7A-43D3-8B79-37D633B846F1}">
                  <asvg:svgBlip xmlns:asvg="http://schemas.microsoft.com/office/drawing/2016/SVG/main" r:embed="rId49"/>
                </a:ext>
              </a:extLst>
            </a:blip>
            <a:stretch>
              <a:fillRect l="0" t="0" r="0" b="0"/>
            </a:stretch>
          </a:blipFill>
        </p:spPr>
      </p:sp>
      <p:sp>
        <p:nvSpPr>
          <p:cNvPr name="Freeform 26" id="26"/>
          <p:cNvSpPr/>
          <p:nvPr/>
        </p:nvSpPr>
        <p:spPr>
          <a:xfrm flipH="false" flipV="false" rot="0">
            <a:off x="8969583" y="8098481"/>
            <a:ext cx="929078" cy="1096552"/>
          </a:xfrm>
          <a:custGeom>
            <a:avLst/>
            <a:gdLst/>
            <a:ahLst/>
            <a:cxnLst/>
            <a:rect r="r" b="b" t="t" l="l"/>
            <a:pathLst>
              <a:path h="1096552" w="929078">
                <a:moveTo>
                  <a:pt x="0" y="0"/>
                </a:moveTo>
                <a:lnTo>
                  <a:pt x="929078" y="0"/>
                </a:lnTo>
                <a:lnTo>
                  <a:pt x="929078" y="1096552"/>
                </a:lnTo>
                <a:lnTo>
                  <a:pt x="0" y="1096552"/>
                </a:lnTo>
                <a:lnTo>
                  <a:pt x="0" y="0"/>
                </a:lnTo>
                <a:close/>
              </a:path>
            </a:pathLst>
          </a:custGeom>
          <a:blipFill>
            <a:blip r:embed="rId50">
              <a:extLst>
                <a:ext uri="{96DAC541-7B7A-43D3-8B79-37D633B846F1}">
                  <asvg:svgBlip xmlns:asvg="http://schemas.microsoft.com/office/drawing/2016/SVG/main" r:embed="rId51"/>
                </a:ext>
              </a:extLst>
            </a:blip>
            <a:stretch>
              <a:fillRect l="0" t="0" r="0" b="0"/>
            </a:stretch>
          </a:blipFill>
        </p:spPr>
      </p:sp>
      <p:sp>
        <p:nvSpPr>
          <p:cNvPr name="Freeform 27" id="27"/>
          <p:cNvSpPr/>
          <p:nvPr/>
        </p:nvSpPr>
        <p:spPr>
          <a:xfrm flipH="false" flipV="false" rot="0">
            <a:off x="10613832" y="8207188"/>
            <a:ext cx="896244" cy="987845"/>
          </a:xfrm>
          <a:custGeom>
            <a:avLst/>
            <a:gdLst/>
            <a:ahLst/>
            <a:cxnLst/>
            <a:rect r="r" b="b" t="t" l="l"/>
            <a:pathLst>
              <a:path h="987845" w="896244">
                <a:moveTo>
                  <a:pt x="0" y="0"/>
                </a:moveTo>
                <a:lnTo>
                  <a:pt x="896245" y="0"/>
                </a:lnTo>
                <a:lnTo>
                  <a:pt x="896245" y="987845"/>
                </a:lnTo>
                <a:lnTo>
                  <a:pt x="0" y="987845"/>
                </a:lnTo>
                <a:lnTo>
                  <a:pt x="0" y="0"/>
                </a:lnTo>
                <a:close/>
              </a:path>
            </a:pathLst>
          </a:custGeom>
          <a:blipFill>
            <a:blip r:embed="rId52">
              <a:extLst>
                <a:ext uri="{96DAC541-7B7A-43D3-8B79-37D633B846F1}">
                  <asvg:svgBlip xmlns:asvg="http://schemas.microsoft.com/office/drawing/2016/SVG/main" r:embed="rId53"/>
                </a:ext>
              </a:extLst>
            </a:blip>
            <a:stretch>
              <a:fillRect l="0" t="0" r="0" b="0"/>
            </a:stretch>
          </a:blipFill>
        </p:spPr>
      </p:sp>
      <p:sp>
        <p:nvSpPr>
          <p:cNvPr name="Freeform 28" id="28"/>
          <p:cNvSpPr/>
          <p:nvPr/>
        </p:nvSpPr>
        <p:spPr>
          <a:xfrm flipH="false" flipV="false" rot="0">
            <a:off x="12131326" y="8109702"/>
            <a:ext cx="785385" cy="1085331"/>
          </a:xfrm>
          <a:custGeom>
            <a:avLst/>
            <a:gdLst/>
            <a:ahLst/>
            <a:cxnLst/>
            <a:rect r="r" b="b" t="t" l="l"/>
            <a:pathLst>
              <a:path h="1085331" w="785385">
                <a:moveTo>
                  <a:pt x="0" y="0"/>
                </a:moveTo>
                <a:lnTo>
                  <a:pt x="785384" y="0"/>
                </a:lnTo>
                <a:lnTo>
                  <a:pt x="785384" y="1085331"/>
                </a:lnTo>
                <a:lnTo>
                  <a:pt x="0" y="1085331"/>
                </a:lnTo>
                <a:lnTo>
                  <a:pt x="0" y="0"/>
                </a:lnTo>
                <a:close/>
              </a:path>
            </a:pathLst>
          </a:custGeom>
          <a:blipFill>
            <a:blip r:embed="rId54">
              <a:extLst>
                <a:ext uri="{96DAC541-7B7A-43D3-8B79-37D633B846F1}">
                  <asvg:svgBlip xmlns:asvg="http://schemas.microsoft.com/office/drawing/2016/SVG/main" r:embed="rId55"/>
                </a:ext>
              </a:extLst>
            </a:blip>
            <a:stretch>
              <a:fillRect l="0" t="0" r="0" b="0"/>
            </a:stretch>
          </a:blipFill>
        </p:spPr>
      </p:sp>
      <p:sp>
        <p:nvSpPr>
          <p:cNvPr name="TextBox 29" id="29"/>
          <p:cNvSpPr txBox="true"/>
          <p:nvPr/>
        </p:nvSpPr>
        <p:spPr>
          <a:xfrm rot="0">
            <a:off x="1028700" y="845902"/>
            <a:ext cx="3277782" cy="1854200"/>
          </a:xfrm>
          <a:prstGeom prst="rect">
            <a:avLst/>
          </a:prstGeom>
        </p:spPr>
        <p:txBody>
          <a:bodyPr anchor="t" rtlCol="false" tIns="0" lIns="0" bIns="0" rIns="0">
            <a:spAutoFit/>
          </a:bodyPr>
          <a:lstStyle/>
          <a:p>
            <a:pPr algn="l">
              <a:lnSpc>
                <a:spcPts val="7000"/>
              </a:lnSpc>
            </a:pPr>
            <a:r>
              <a:rPr lang="en-US" sz="5000">
                <a:solidFill>
                  <a:srgbClr val="FF983D"/>
                </a:solidFill>
                <a:latin typeface="Retropix"/>
                <a:ea typeface="Retropix"/>
                <a:cs typeface="Retropix"/>
                <a:sym typeface="Retropix"/>
              </a:rPr>
              <a:t>Elementos gráficos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DAHYlcbr2Zc</dc:identifier>
  <dcterms:modified xsi:type="dcterms:W3CDTF">2011-08-01T06:04:30Z</dcterms:modified>
  <cp:revision>1</cp:revision>
</cp:coreProperties>
</file>